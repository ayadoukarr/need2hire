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756" r:id="rId4"/>
  </p:sldMasterIdLst>
  <p:notesMasterIdLst>
    <p:notesMasterId r:id="rId29"/>
  </p:notesMasterIdLst>
  <p:handoutMasterIdLst>
    <p:handoutMasterId r:id="rId30"/>
  </p:handoutMasterIdLst>
  <p:sldIdLst>
    <p:sldId id="894" r:id="rId5"/>
    <p:sldId id="2147472377" r:id="rId6"/>
    <p:sldId id="818" r:id="rId7"/>
    <p:sldId id="752" r:id="rId8"/>
    <p:sldId id="2147472383" r:id="rId9"/>
    <p:sldId id="755" r:id="rId10"/>
    <p:sldId id="893" r:id="rId11"/>
    <p:sldId id="867" r:id="rId12"/>
    <p:sldId id="763" r:id="rId13"/>
    <p:sldId id="2147472378" r:id="rId14"/>
    <p:sldId id="2147472380" r:id="rId15"/>
    <p:sldId id="2147472379" r:id="rId16"/>
    <p:sldId id="2147472394" r:id="rId17"/>
    <p:sldId id="2147472401" r:id="rId18"/>
    <p:sldId id="2147472395" r:id="rId19"/>
    <p:sldId id="2147472398" r:id="rId20"/>
    <p:sldId id="2147472400" r:id="rId21"/>
    <p:sldId id="2147472402" r:id="rId22"/>
    <p:sldId id="2147472403" r:id="rId23"/>
    <p:sldId id="759" r:id="rId24"/>
    <p:sldId id="2147472385" r:id="rId25"/>
    <p:sldId id="2147472386" r:id="rId26"/>
    <p:sldId id="2147472388" r:id="rId27"/>
    <p:sldId id="812" r:id="rId28"/>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50000"/>
      </a:lnSpc>
      <a:spcBef>
        <a:spcPts val="0"/>
      </a:spcBef>
      <a:spcAft>
        <a:spcPts val="0"/>
      </a:spcAft>
      <a:buClrTx/>
      <a:buSzTx/>
      <a:buFontTx/>
      <a:buNone/>
      <a:tabLst/>
      <a:defRPr kumimoji="0" sz="1200" b="0" i="0" u="none" strike="noStrike" cap="none" spc="0" normalizeH="0" baseline="0">
        <a:ln>
          <a:noFill/>
        </a:ln>
        <a:solidFill>
          <a:srgbClr val="0D0D0D"/>
        </a:solidFill>
        <a:effectLst/>
        <a:uFillTx/>
        <a:latin typeface="Poppins Light"/>
        <a:ea typeface="Poppins Light"/>
        <a:cs typeface="Poppins Light"/>
        <a:sym typeface="Poppins Light"/>
      </a:defRPr>
    </a:lvl1pPr>
    <a:lvl2pPr marL="0" marR="0" indent="114300" algn="l" defTabSz="412750" rtl="0" fontAlgn="auto" latinLnBrk="0" hangingPunct="0">
      <a:lnSpc>
        <a:spcPct val="150000"/>
      </a:lnSpc>
      <a:spcBef>
        <a:spcPts val="0"/>
      </a:spcBef>
      <a:spcAft>
        <a:spcPts val="0"/>
      </a:spcAft>
      <a:buClrTx/>
      <a:buSzTx/>
      <a:buFontTx/>
      <a:buNone/>
      <a:tabLst/>
      <a:defRPr kumimoji="0" sz="1200" b="0" i="0" u="none" strike="noStrike" cap="none" spc="0" normalizeH="0" baseline="0">
        <a:ln>
          <a:noFill/>
        </a:ln>
        <a:solidFill>
          <a:srgbClr val="0D0D0D"/>
        </a:solidFill>
        <a:effectLst/>
        <a:uFillTx/>
        <a:latin typeface="Poppins Light"/>
        <a:ea typeface="Poppins Light"/>
        <a:cs typeface="Poppins Light"/>
        <a:sym typeface="Poppins Light"/>
      </a:defRPr>
    </a:lvl2pPr>
    <a:lvl3pPr marL="0" marR="0" indent="228600" algn="l" defTabSz="412750" rtl="0" fontAlgn="auto" latinLnBrk="0" hangingPunct="0">
      <a:lnSpc>
        <a:spcPct val="150000"/>
      </a:lnSpc>
      <a:spcBef>
        <a:spcPts val="0"/>
      </a:spcBef>
      <a:spcAft>
        <a:spcPts val="0"/>
      </a:spcAft>
      <a:buClrTx/>
      <a:buSzTx/>
      <a:buFontTx/>
      <a:buNone/>
      <a:tabLst/>
      <a:defRPr kumimoji="0" sz="1200" b="0" i="0" u="none" strike="noStrike" cap="none" spc="0" normalizeH="0" baseline="0">
        <a:ln>
          <a:noFill/>
        </a:ln>
        <a:solidFill>
          <a:srgbClr val="0D0D0D"/>
        </a:solidFill>
        <a:effectLst/>
        <a:uFillTx/>
        <a:latin typeface="Poppins Light"/>
        <a:ea typeface="Poppins Light"/>
        <a:cs typeface="Poppins Light"/>
        <a:sym typeface="Poppins Light"/>
      </a:defRPr>
    </a:lvl3pPr>
    <a:lvl4pPr marL="0" marR="0" indent="342900" algn="l" defTabSz="412750" rtl="0" fontAlgn="auto" latinLnBrk="0" hangingPunct="0">
      <a:lnSpc>
        <a:spcPct val="150000"/>
      </a:lnSpc>
      <a:spcBef>
        <a:spcPts val="0"/>
      </a:spcBef>
      <a:spcAft>
        <a:spcPts val="0"/>
      </a:spcAft>
      <a:buClrTx/>
      <a:buSzTx/>
      <a:buFontTx/>
      <a:buNone/>
      <a:tabLst/>
      <a:defRPr kumimoji="0" sz="1200" b="0" i="0" u="none" strike="noStrike" cap="none" spc="0" normalizeH="0" baseline="0">
        <a:ln>
          <a:noFill/>
        </a:ln>
        <a:solidFill>
          <a:srgbClr val="0D0D0D"/>
        </a:solidFill>
        <a:effectLst/>
        <a:uFillTx/>
        <a:latin typeface="Poppins Light"/>
        <a:ea typeface="Poppins Light"/>
        <a:cs typeface="Poppins Light"/>
        <a:sym typeface="Poppins Light"/>
      </a:defRPr>
    </a:lvl4pPr>
    <a:lvl5pPr marL="0" marR="0" indent="457200" algn="l" defTabSz="412750" rtl="0" fontAlgn="auto" latinLnBrk="0" hangingPunct="0">
      <a:lnSpc>
        <a:spcPct val="150000"/>
      </a:lnSpc>
      <a:spcBef>
        <a:spcPts val="0"/>
      </a:spcBef>
      <a:spcAft>
        <a:spcPts val="0"/>
      </a:spcAft>
      <a:buClrTx/>
      <a:buSzTx/>
      <a:buFontTx/>
      <a:buNone/>
      <a:tabLst/>
      <a:defRPr kumimoji="0" sz="1200" b="0" i="0" u="none" strike="noStrike" cap="none" spc="0" normalizeH="0" baseline="0">
        <a:ln>
          <a:noFill/>
        </a:ln>
        <a:solidFill>
          <a:srgbClr val="0D0D0D"/>
        </a:solidFill>
        <a:effectLst/>
        <a:uFillTx/>
        <a:latin typeface="Poppins Light"/>
        <a:ea typeface="Poppins Light"/>
        <a:cs typeface="Poppins Light"/>
        <a:sym typeface="Poppins Light"/>
      </a:defRPr>
    </a:lvl5pPr>
    <a:lvl6pPr marL="0" marR="0" indent="571500" algn="l" defTabSz="412750" rtl="0" fontAlgn="auto" latinLnBrk="0" hangingPunct="0">
      <a:lnSpc>
        <a:spcPct val="150000"/>
      </a:lnSpc>
      <a:spcBef>
        <a:spcPts val="0"/>
      </a:spcBef>
      <a:spcAft>
        <a:spcPts val="0"/>
      </a:spcAft>
      <a:buClrTx/>
      <a:buSzTx/>
      <a:buFontTx/>
      <a:buNone/>
      <a:tabLst/>
      <a:defRPr kumimoji="0" sz="1200" b="0" i="0" u="none" strike="noStrike" cap="none" spc="0" normalizeH="0" baseline="0">
        <a:ln>
          <a:noFill/>
        </a:ln>
        <a:solidFill>
          <a:srgbClr val="0D0D0D"/>
        </a:solidFill>
        <a:effectLst/>
        <a:uFillTx/>
        <a:latin typeface="Poppins Light"/>
        <a:ea typeface="Poppins Light"/>
        <a:cs typeface="Poppins Light"/>
        <a:sym typeface="Poppins Light"/>
      </a:defRPr>
    </a:lvl6pPr>
    <a:lvl7pPr marL="0" marR="0" indent="685800" algn="l" defTabSz="412750" rtl="0" fontAlgn="auto" latinLnBrk="0" hangingPunct="0">
      <a:lnSpc>
        <a:spcPct val="150000"/>
      </a:lnSpc>
      <a:spcBef>
        <a:spcPts val="0"/>
      </a:spcBef>
      <a:spcAft>
        <a:spcPts val="0"/>
      </a:spcAft>
      <a:buClrTx/>
      <a:buSzTx/>
      <a:buFontTx/>
      <a:buNone/>
      <a:tabLst/>
      <a:defRPr kumimoji="0" sz="1200" b="0" i="0" u="none" strike="noStrike" cap="none" spc="0" normalizeH="0" baseline="0">
        <a:ln>
          <a:noFill/>
        </a:ln>
        <a:solidFill>
          <a:srgbClr val="0D0D0D"/>
        </a:solidFill>
        <a:effectLst/>
        <a:uFillTx/>
        <a:latin typeface="Poppins Light"/>
        <a:ea typeface="Poppins Light"/>
        <a:cs typeface="Poppins Light"/>
        <a:sym typeface="Poppins Light"/>
      </a:defRPr>
    </a:lvl7pPr>
    <a:lvl8pPr marL="0" marR="0" indent="800100" algn="l" defTabSz="412750" rtl="0" fontAlgn="auto" latinLnBrk="0" hangingPunct="0">
      <a:lnSpc>
        <a:spcPct val="150000"/>
      </a:lnSpc>
      <a:spcBef>
        <a:spcPts val="0"/>
      </a:spcBef>
      <a:spcAft>
        <a:spcPts val="0"/>
      </a:spcAft>
      <a:buClrTx/>
      <a:buSzTx/>
      <a:buFontTx/>
      <a:buNone/>
      <a:tabLst/>
      <a:defRPr kumimoji="0" sz="1200" b="0" i="0" u="none" strike="noStrike" cap="none" spc="0" normalizeH="0" baseline="0">
        <a:ln>
          <a:noFill/>
        </a:ln>
        <a:solidFill>
          <a:srgbClr val="0D0D0D"/>
        </a:solidFill>
        <a:effectLst/>
        <a:uFillTx/>
        <a:latin typeface="Poppins Light"/>
        <a:ea typeface="Poppins Light"/>
        <a:cs typeface="Poppins Light"/>
        <a:sym typeface="Poppins Light"/>
      </a:defRPr>
    </a:lvl8pPr>
    <a:lvl9pPr marL="0" marR="0" indent="914400" algn="l" defTabSz="412750" rtl="0" fontAlgn="auto" latinLnBrk="0" hangingPunct="0">
      <a:lnSpc>
        <a:spcPct val="150000"/>
      </a:lnSpc>
      <a:spcBef>
        <a:spcPts val="0"/>
      </a:spcBef>
      <a:spcAft>
        <a:spcPts val="0"/>
      </a:spcAft>
      <a:buClrTx/>
      <a:buSzTx/>
      <a:buFontTx/>
      <a:buNone/>
      <a:tabLst/>
      <a:defRPr kumimoji="0" sz="1200" b="0" i="0" u="none" strike="noStrike" cap="none" spc="0" normalizeH="0" baseline="0">
        <a:ln>
          <a:noFill/>
        </a:ln>
        <a:solidFill>
          <a:srgbClr val="0D0D0D"/>
        </a:solidFill>
        <a:effectLst/>
        <a:uFillTx/>
        <a:latin typeface="Poppins Light"/>
        <a:ea typeface="Poppins Light"/>
        <a:cs typeface="Poppins Light"/>
        <a:sym typeface="Poppins Light"/>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F7A2AF-330F-81D6-B081-4F35F5A0C5DD}" name="Nelly TRAN" initials="NT" userId="S-1-5-21-1738699565-1045323819-2055059896-235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550"/>
    <a:srgbClr val="5D9DDA"/>
    <a:srgbClr val="446DBF"/>
    <a:srgbClr val="FFB84B"/>
    <a:srgbClr val="FFFFFF"/>
    <a:srgbClr val="48A1F5"/>
    <a:srgbClr val="F36245"/>
    <a:srgbClr val="F46245"/>
    <a:srgbClr val="EFF2FF"/>
    <a:srgbClr val="E8E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Poppins Regular"/>
          <a:ea typeface="Poppins Regular"/>
          <a:cs typeface="Poppins Regular"/>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Poppins Regular"/>
          <a:ea typeface="Poppins Regular"/>
          <a:cs typeface="Poppins Regular"/>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Poppins Regular"/>
          <a:ea typeface="Poppins Regular"/>
          <a:cs typeface="Poppins Regular"/>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Poppins Bold"/>
          <a:ea typeface="Poppins Bold"/>
          <a:cs typeface="Poppins Bold"/>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Poppins Regular"/>
          <a:ea typeface="Poppins Regular"/>
          <a:cs typeface="Poppins Regular"/>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n" i="off">
        <a:font>
          <a:latin typeface="Poppins Bold"/>
          <a:ea typeface="Poppins Bold"/>
          <a:cs typeface="Poppins Bold"/>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Poppins Light"/>
          <a:ea typeface="Poppins Light"/>
          <a:cs typeface="Poppins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Poppins Regular"/>
          <a:ea typeface="Poppins Regular"/>
          <a:cs typeface="Poppins Regular"/>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Poppins Regular"/>
          <a:ea typeface="Poppins Regular"/>
          <a:cs typeface="Poppins Regular"/>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Poppins Regular"/>
          <a:ea typeface="Poppins Regular"/>
          <a:cs typeface="Poppins Regular"/>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Poppins Bold"/>
          <a:ea typeface="Poppins Bold"/>
          <a:cs typeface="Poppins Bold"/>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Style moyen 1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D27102A9-8310-4765-A935-A1911B00CA55}" styleName="Style léger 1 - Accentuation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Style moyen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70" d="100"/>
          <a:sy n="70" d="100"/>
        </p:scale>
        <p:origin x="412" y="52"/>
      </p:cViewPr>
      <p:guideLst/>
    </p:cSldViewPr>
  </p:slideViewPr>
  <p:notesTextViewPr>
    <p:cViewPr>
      <p:scale>
        <a:sx n="1" d="1"/>
        <a:sy n="1" d="1"/>
      </p:scale>
      <p:origin x="0" y="0"/>
    </p:cViewPr>
  </p:notesTextViewPr>
  <p:notesViewPr>
    <p:cSldViewPr snapToGrid="0">
      <p:cViewPr>
        <p:scale>
          <a:sx n="1" d="2"/>
          <a:sy n="1" d="2"/>
        </p:scale>
        <p:origin x="4632" y="108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a DOUKAR" userId="a9f30428-f670-4c70-8934-617a25e9e5d4" providerId="ADAL" clId="{B1799CB1-DB40-4953-8939-E8566B1B01BA}"/>
    <pc:docChg chg="custSel modSld sldOrd">
      <pc:chgData name="Aya DOUKAR" userId="a9f30428-f670-4c70-8934-617a25e9e5d4" providerId="ADAL" clId="{B1799CB1-DB40-4953-8939-E8566B1B01BA}" dt="2026-04-09T09:15:27.353" v="9"/>
      <pc:docMkLst>
        <pc:docMk/>
      </pc:docMkLst>
      <pc:sldChg chg="ord">
        <pc:chgData name="Aya DOUKAR" userId="a9f30428-f670-4c70-8934-617a25e9e5d4" providerId="ADAL" clId="{B1799CB1-DB40-4953-8939-E8566B1B01BA}" dt="2026-04-09T09:15:27.353" v="9"/>
        <pc:sldMkLst>
          <pc:docMk/>
          <pc:sldMk cId="1896447089" sldId="2147472395"/>
        </pc:sldMkLst>
      </pc:sldChg>
      <pc:sldChg chg="addSp delSp modSp mod">
        <pc:chgData name="Aya DOUKAR" userId="a9f30428-f670-4c70-8934-617a25e9e5d4" providerId="ADAL" clId="{B1799CB1-DB40-4953-8939-E8566B1B01BA}" dt="2026-04-02T15:07:47.657" v="7" actId="27636"/>
        <pc:sldMkLst>
          <pc:docMk/>
          <pc:sldMk cId="1271125075" sldId="2147472402"/>
        </pc:sldMkLst>
        <pc:spChg chg="add mod">
          <ac:chgData name="Aya DOUKAR" userId="a9f30428-f670-4c70-8934-617a25e9e5d4" providerId="ADAL" clId="{B1799CB1-DB40-4953-8939-E8566B1B01BA}" dt="2026-04-02T15:07:47.657" v="7" actId="27636"/>
          <ac:spMkLst>
            <pc:docMk/>
            <pc:sldMk cId="1271125075" sldId="2147472402"/>
            <ac:spMk id="5" creationId="{4D487702-CA17-69D2-8562-3A83E5669423}"/>
          </ac:spMkLst>
        </pc:spChg>
      </pc:sldChg>
      <pc:sldChg chg="modSp mod">
        <pc:chgData name="Aya DOUKAR" userId="a9f30428-f670-4c70-8934-617a25e9e5d4" providerId="ADAL" clId="{B1799CB1-DB40-4953-8939-E8566B1B01BA}" dt="2026-04-02T14:59:39.264" v="0" actId="122"/>
        <pc:sldMkLst>
          <pc:docMk/>
          <pc:sldMk cId="2559740793" sldId="2147472403"/>
        </pc:sldMkLst>
        <pc:spChg chg="mod">
          <ac:chgData name="Aya DOUKAR" userId="a9f30428-f670-4c70-8934-617a25e9e5d4" providerId="ADAL" clId="{B1799CB1-DB40-4953-8939-E8566B1B01BA}" dt="2026-04-02T14:59:39.264" v="0" actId="122"/>
          <ac:spMkLst>
            <pc:docMk/>
            <pc:sldMk cId="2559740793" sldId="2147472403"/>
            <ac:spMk id="3" creationId="{0584DEBF-CF08-6C0C-6588-B31CF20BB58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C84BA669-EFAA-97FD-8C16-340391C36C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9661A6D2-AAA4-1FE2-823B-9BD539B7C50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1725876-A3F5-4A57-962D-851E4CED344C}" type="datetimeFigureOut">
              <a:rPr lang="fr-FR" smtClean="0"/>
              <a:t>09/04/2026</a:t>
            </a:fld>
            <a:endParaRPr lang="fr-FR"/>
          </a:p>
        </p:txBody>
      </p:sp>
      <p:sp>
        <p:nvSpPr>
          <p:cNvPr id="4" name="Espace réservé du pied de page 3">
            <a:extLst>
              <a:ext uri="{FF2B5EF4-FFF2-40B4-BE49-F238E27FC236}">
                <a16:creationId xmlns:a16="http://schemas.microsoft.com/office/drawing/2014/main" id="{7D3164B9-7A0D-1F71-6033-5A8A219840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43395E3-2CE3-F3F1-D19A-50B291EE4E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FB6B2D-3698-4205-89E9-B682283F65F2}" type="slidenum">
              <a:rPr lang="fr-FR" smtClean="0"/>
              <a:t>‹N°›</a:t>
            </a:fld>
            <a:endParaRPr lang="fr-FR"/>
          </a:p>
        </p:txBody>
      </p:sp>
    </p:spTree>
    <p:extLst>
      <p:ext uri="{BB962C8B-B14F-4D97-AF65-F5344CB8AC3E}">
        <p14:creationId xmlns:p14="http://schemas.microsoft.com/office/powerpoint/2010/main" val="11863126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381000" y="685800"/>
            <a:ext cx="6096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Poppins Regular"/>
        <a:ea typeface="Poppins Regular"/>
        <a:cs typeface="Poppins Regular"/>
        <a:sym typeface="Poppins Regular"/>
      </a:defRPr>
    </a:lvl1pPr>
    <a:lvl2pPr indent="114300" defTabSz="228600" latinLnBrk="0">
      <a:lnSpc>
        <a:spcPct val="117999"/>
      </a:lnSpc>
      <a:defRPr sz="1100">
        <a:latin typeface="Poppins Regular"/>
        <a:ea typeface="Poppins Regular"/>
        <a:cs typeface="Poppins Regular"/>
        <a:sym typeface="Poppins Regular"/>
      </a:defRPr>
    </a:lvl2pPr>
    <a:lvl3pPr indent="228600" defTabSz="228600" latinLnBrk="0">
      <a:lnSpc>
        <a:spcPct val="117999"/>
      </a:lnSpc>
      <a:defRPr sz="1100">
        <a:latin typeface="Poppins Regular"/>
        <a:ea typeface="Poppins Regular"/>
        <a:cs typeface="Poppins Regular"/>
        <a:sym typeface="Poppins Regular"/>
      </a:defRPr>
    </a:lvl3pPr>
    <a:lvl4pPr indent="342900" defTabSz="228600" latinLnBrk="0">
      <a:lnSpc>
        <a:spcPct val="117999"/>
      </a:lnSpc>
      <a:defRPr sz="1100">
        <a:latin typeface="Poppins Regular"/>
        <a:ea typeface="Poppins Regular"/>
        <a:cs typeface="Poppins Regular"/>
        <a:sym typeface="Poppins Regular"/>
      </a:defRPr>
    </a:lvl4pPr>
    <a:lvl5pPr indent="457200" defTabSz="228600" latinLnBrk="0">
      <a:lnSpc>
        <a:spcPct val="117999"/>
      </a:lnSpc>
      <a:defRPr sz="1100">
        <a:latin typeface="Poppins Regular"/>
        <a:ea typeface="Poppins Regular"/>
        <a:cs typeface="Poppins Regular"/>
        <a:sym typeface="Poppins Regular"/>
      </a:defRPr>
    </a:lvl5pPr>
    <a:lvl6pPr indent="571500" defTabSz="228600" latinLnBrk="0">
      <a:lnSpc>
        <a:spcPct val="117999"/>
      </a:lnSpc>
      <a:defRPr sz="1100">
        <a:latin typeface="Poppins Regular"/>
        <a:ea typeface="Poppins Regular"/>
        <a:cs typeface="Poppins Regular"/>
        <a:sym typeface="Poppins Regular"/>
      </a:defRPr>
    </a:lvl6pPr>
    <a:lvl7pPr indent="685800" defTabSz="228600" latinLnBrk="0">
      <a:lnSpc>
        <a:spcPct val="117999"/>
      </a:lnSpc>
      <a:defRPr sz="1100">
        <a:latin typeface="Poppins Regular"/>
        <a:ea typeface="Poppins Regular"/>
        <a:cs typeface="Poppins Regular"/>
        <a:sym typeface="Poppins Regular"/>
      </a:defRPr>
    </a:lvl7pPr>
    <a:lvl8pPr indent="800100" defTabSz="228600" latinLnBrk="0">
      <a:lnSpc>
        <a:spcPct val="117999"/>
      </a:lnSpc>
      <a:defRPr sz="1100">
        <a:latin typeface="Poppins Regular"/>
        <a:ea typeface="Poppins Regular"/>
        <a:cs typeface="Poppins Regular"/>
        <a:sym typeface="Poppins Regular"/>
      </a:defRPr>
    </a:lvl8pPr>
    <a:lvl9pPr indent="914400" defTabSz="228600" latinLnBrk="0">
      <a:lnSpc>
        <a:spcPct val="117999"/>
      </a:lnSpc>
      <a:defRPr sz="1100">
        <a:latin typeface="Poppins Regular"/>
        <a:ea typeface="Poppins Regular"/>
        <a:cs typeface="Poppins Regular"/>
        <a:sym typeface="Poppins Regular"/>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4079296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673255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998401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86F2C-592E-F2CD-7D0C-586A96D917A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115A7E4-DCB0-B147-BBF2-2C15033B6E3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D6BC47-F467-0045-1D47-9AC35FBB3A8D}"/>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41861170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svg"/><Relationship Id="rId7"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hyperlink" Target="https://twitter.com/sqorus" TargetMode="External"/><Relationship Id="rId5" Type="http://schemas.openxmlformats.org/officeDocument/2006/relationships/image" Target="../media/image11.png"/><Relationship Id="rId4" Type="http://schemas.openxmlformats.org/officeDocument/2006/relationships/hyperlink" Target="https://www.linkedin.com/company/sqorus/" TargetMode="External"/><Relationship Id="rId9" Type="http://schemas.openxmlformats.org/officeDocument/2006/relationships/image" Target="../media/image14.sv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svg"/><Relationship Id="rId7"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hyperlink" Target="https://twitter.com/sqorus" TargetMode="External"/><Relationship Id="rId5" Type="http://schemas.openxmlformats.org/officeDocument/2006/relationships/image" Target="../media/image11.png"/><Relationship Id="rId4" Type="http://schemas.openxmlformats.org/officeDocument/2006/relationships/hyperlink" Target="https://www.linkedin.com/company/sqorus/" TargetMode="External"/><Relationship Id="rId9" Type="http://schemas.openxmlformats.org/officeDocument/2006/relationships/image" Target="../media/image14.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verture">
    <p:bg>
      <p:bgPr>
        <a:solidFill>
          <a:srgbClr val="101550"/>
        </a:solidFill>
        <a:effectLst/>
      </p:bgPr>
    </p:bg>
    <p:spTree>
      <p:nvGrpSpPr>
        <p:cNvPr id="1" name=""/>
        <p:cNvGrpSpPr/>
        <p:nvPr/>
      </p:nvGrpSpPr>
      <p:grpSpPr>
        <a:xfrm>
          <a:off x="0" y="0"/>
          <a:ext cx="0" cy="0"/>
          <a:chOff x="0" y="0"/>
          <a:chExt cx="0" cy="0"/>
        </a:xfrm>
      </p:grpSpPr>
      <p:sp>
        <p:nvSpPr>
          <p:cNvPr id="2" name="Espace réservé du texte 7">
            <a:extLst>
              <a:ext uri="{FF2B5EF4-FFF2-40B4-BE49-F238E27FC236}">
                <a16:creationId xmlns:a16="http://schemas.microsoft.com/office/drawing/2014/main" id="{FB706B6A-BC99-6EAF-1F6D-3190AF3BC2E6}"/>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10" name="Titre 10">
            <a:extLst>
              <a:ext uri="{FF2B5EF4-FFF2-40B4-BE49-F238E27FC236}">
                <a16:creationId xmlns:a16="http://schemas.microsoft.com/office/drawing/2014/main" id="{BFED228D-729D-1234-6A6A-D4CFFD3E104C}"/>
              </a:ext>
            </a:extLst>
          </p:cNvPr>
          <p:cNvSpPr>
            <a:spLocks noGrp="1"/>
          </p:cNvSpPr>
          <p:nvPr>
            <p:ph type="title" hasCustomPrompt="1"/>
          </p:nvPr>
        </p:nvSpPr>
        <p:spPr>
          <a:xfrm>
            <a:off x="2379133" y="3410485"/>
            <a:ext cx="7433734" cy="1480004"/>
          </a:xfrm>
          <a:prstGeom prst="rect">
            <a:avLst/>
          </a:prstGeom>
        </p:spPr>
        <p:txBody>
          <a:bodyPr/>
          <a:lstStyle>
            <a:lvl1pPr algn="ctr">
              <a:defRPr sz="3750" b="1" i="0" baseline="0">
                <a:solidFill>
                  <a:schemeClr val="tx2"/>
                </a:solidFill>
                <a:latin typeface="Open Sans Extrabold" panose="020B0606030504020204" pitchFamily="34" charset="0"/>
              </a:defRPr>
            </a:lvl1pPr>
          </a:lstStyle>
          <a:p>
            <a:r>
              <a:rPr lang="fr-FR"/>
              <a:t>Cliquez pour ajouter un titre</a:t>
            </a:r>
          </a:p>
        </p:txBody>
      </p:sp>
      <p:sp>
        <p:nvSpPr>
          <p:cNvPr id="13" name="Espace réservé du texte 14">
            <a:extLst>
              <a:ext uri="{FF2B5EF4-FFF2-40B4-BE49-F238E27FC236}">
                <a16:creationId xmlns:a16="http://schemas.microsoft.com/office/drawing/2014/main" id="{56E788DD-1716-7578-115E-5B5D36F6E620}"/>
              </a:ext>
            </a:extLst>
          </p:cNvPr>
          <p:cNvSpPr>
            <a:spLocks noGrp="1"/>
          </p:cNvSpPr>
          <p:nvPr>
            <p:ph type="body" sz="quarter" idx="12" hasCustomPrompt="1"/>
          </p:nvPr>
        </p:nvSpPr>
        <p:spPr>
          <a:xfrm>
            <a:off x="3061890" y="5018298"/>
            <a:ext cx="6068219" cy="738188"/>
          </a:xfrm>
          <a:prstGeom prst="rect">
            <a:avLst/>
          </a:prstGeom>
        </p:spPr>
        <p:txBody>
          <a:bodyPr/>
          <a:lstStyle>
            <a:lvl1pPr marL="0" indent="0" algn="ctr">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pic>
        <p:nvPicPr>
          <p:cNvPr id="3" name="Image 2">
            <a:extLst>
              <a:ext uri="{FF2B5EF4-FFF2-40B4-BE49-F238E27FC236}">
                <a16:creationId xmlns:a16="http://schemas.microsoft.com/office/drawing/2014/main" id="{22D0C160-9CCC-BFC5-5377-9DEC6902E0F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564785" y="657600"/>
            <a:ext cx="3062431" cy="2222887"/>
          </a:xfrm>
          <a:prstGeom prst="rect">
            <a:avLst/>
          </a:prstGeom>
        </p:spPr>
      </p:pic>
      <p:sp>
        <p:nvSpPr>
          <p:cNvPr id="5" name="Rectangle 4">
            <a:extLst>
              <a:ext uri="{FF2B5EF4-FFF2-40B4-BE49-F238E27FC236}">
                <a16:creationId xmlns:a16="http://schemas.microsoft.com/office/drawing/2014/main" id="{D4060319-49E1-496B-5700-55015C2DD2A8}"/>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Tree>
    <p:extLst>
      <p:ext uri="{BB962C8B-B14F-4D97-AF65-F5344CB8AC3E}">
        <p14:creationId xmlns:p14="http://schemas.microsoft.com/office/powerpoint/2010/main" val="4224905656"/>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MEP photo droite">
    <p:bg>
      <p:bgPr>
        <a:solidFill>
          <a:srgbClr val="101550"/>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215F730-85E6-5C77-01AC-45A48B448BDF}"/>
              </a:ext>
            </a:extLst>
          </p:cNvPr>
          <p:cNvSpPr>
            <a:spLocks noGrp="1"/>
          </p:cNvSpPr>
          <p:nvPr>
            <p:ph type="pic" sz="quarter" idx="10"/>
          </p:nvPr>
        </p:nvSpPr>
        <p:spPr>
          <a:xfrm>
            <a:off x="7873999" y="0"/>
            <a:ext cx="4318001" cy="6858000"/>
          </a:xfrm>
          <a:prstGeom prst="rect">
            <a:avLst/>
          </a:prstGeom>
        </p:spPr>
        <p:txBody>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2" name="Espace réservé du texte 7">
            <a:extLst>
              <a:ext uri="{FF2B5EF4-FFF2-40B4-BE49-F238E27FC236}">
                <a16:creationId xmlns:a16="http://schemas.microsoft.com/office/drawing/2014/main" id="{FB706B6A-BC99-6EAF-1F6D-3190AF3BC2E6}"/>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10" name="Titre 10">
            <a:extLst>
              <a:ext uri="{FF2B5EF4-FFF2-40B4-BE49-F238E27FC236}">
                <a16:creationId xmlns:a16="http://schemas.microsoft.com/office/drawing/2014/main" id="{BFED228D-729D-1234-6A6A-D4CFFD3E104C}"/>
              </a:ext>
            </a:extLst>
          </p:cNvPr>
          <p:cNvSpPr>
            <a:spLocks noGrp="1"/>
          </p:cNvSpPr>
          <p:nvPr>
            <p:ph type="title" hasCustomPrompt="1"/>
          </p:nvPr>
        </p:nvSpPr>
        <p:spPr>
          <a:xfrm>
            <a:off x="571134" y="2242085"/>
            <a:ext cx="6068743" cy="1480004"/>
          </a:xfrm>
          <a:prstGeom prst="rect">
            <a:avLst/>
          </a:prstGeom>
        </p:spPr>
        <p:txBody>
          <a:bodyPr/>
          <a:lstStyle>
            <a:lvl1pPr>
              <a:defRPr sz="3750" b="1" i="0" baseline="0">
                <a:solidFill>
                  <a:schemeClr val="tx2"/>
                </a:solidFill>
                <a:latin typeface="Open Sans Extrabold" panose="020B0606030504020204" pitchFamily="34" charset="0"/>
              </a:defRPr>
            </a:lvl1pPr>
          </a:lstStyle>
          <a:p>
            <a:r>
              <a:rPr lang="fr-FR"/>
              <a:t>Cliquez pour ajouter un titre</a:t>
            </a:r>
          </a:p>
        </p:txBody>
      </p:sp>
      <p:sp>
        <p:nvSpPr>
          <p:cNvPr id="13" name="Espace réservé du texte 14">
            <a:extLst>
              <a:ext uri="{FF2B5EF4-FFF2-40B4-BE49-F238E27FC236}">
                <a16:creationId xmlns:a16="http://schemas.microsoft.com/office/drawing/2014/main" id="{56E788DD-1716-7578-115E-5B5D36F6E620}"/>
              </a:ext>
            </a:extLst>
          </p:cNvPr>
          <p:cNvSpPr>
            <a:spLocks noGrp="1"/>
          </p:cNvSpPr>
          <p:nvPr>
            <p:ph type="body" sz="quarter" idx="12" hasCustomPrompt="1"/>
          </p:nvPr>
        </p:nvSpPr>
        <p:spPr>
          <a:xfrm>
            <a:off x="571500" y="3849898"/>
            <a:ext cx="6068219" cy="738188"/>
          </a:xfrm>
          <a:prstGeom prst="rect">
            <a:avLst/>
          </a:prstGeom>
        </p:spPr>
        <p:txBody>
          <a:bodyPr/>
          <a:lstStyle>
            <a:lvl1pPr marL="0" indent="0">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pic>
        <p:nvPicPr>
          <p:cNvPr id="3" name="Image 2">
            <a:extLst>
              <a:ext uri="{FF2B5EF4-FFF2-40B4-BE49-F238E27FC236}">
                <a16:creationId xmlns:a16="http://schemas.microsoft.com/office/drawing/2014/main" id="{22D0C160-9CCC-BFC5-5377-9DEC6902E0F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014488" y="501860"/>
            <a:ext cx="1620238" cy="1176061"/>
          </a:xfrm>
          <a:prstGeom prst="rect">
            <a:avLst/>
          </a:prstGeom>
        </p:spPr>
      </p:pic>
      <p:sp>
        <p:nvSpPr>
          <p:cNvPr id="5" name="Rectangle 4">
            <a:extLst>
              <a:ext uri="{FF2B5EF4-FFF2-40B4-BE49-F238E27FC236}">
                <a16:creationId xmlns:a16="http://schemas.microsoft.com/office/drawing/2014/main" id="{D4060319-49E1-496B-5700-55015C2DD2A8}"/>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Tree>
    <p:extLst>
      <p:ext uri="{BB962C8B-B14F-4D97-AF65-F5344CB8AC3E}">
        <p14:creationId xmlns:p14="http://schemas.microsoft.com/office/powerpoint/2010/main" val="2710436988"/>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lide de titre 2">
    <p:bg>
      <p:bgPr>
        <a:solidFill>
          <a:srgbClr val="101550"/>
        </a:solidFill>
        <a:effectLst/>
      </p:bgPr>
    </p:bg>
    <p:spTree>
      <p:nvGrpSpPr>
        <p:cNvPr id="1" name=""/>
        <p:cNvGrpSpPr/>
        <p:nvPr/>
      </p:nvGrpSpPr>
      <p:grpSpPr>
        <a:xfrm>
          <a:off x="0" y="0"/>
          <a:ext cx="0" cy="0"/>
          <a:chOff x="0" y="0"/>
          <a:chExt cx="0" cy="0"/>
        </a:xfrm>
      </p:grpSpPr>
      <p:sp>
        <p:nvSpPr>
          <p:cNvPr id="3" name="Espace réservé du texte 7">
            <a:extLst>
              <a:ext uri="{FF2B5EF4-FFF2-40B4-BE49-F238E27FC236}">
                <a16:creationId xmlns:a16="http://schemas.microsoft.com/office/drawing/2014/main" id="{2CEDF94A-7B05-3D19-0434-2DCE11090FF6}"/>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4" name="Titre 3">
            <a:extLst>
              <a:ext uri="{FF2B5EF4-FFF2-40B4-BE49-F238E27FC236}">
                <a16:creationId xmlns:a16="http://schemas.microsoft.com/office/drawing/2014/main" id="{995D1949-D4B7-4D3A-6E68-656E7A790934}"/>
              </a:ext>
            </a:extLst>
          </p:cNvPr>
          <p:cNvSpPr>
            <a:spLocks noGrp="1"/>
          </p:cNvSpPr>
          <p:nvPr>
            <p:ph type="title"/>
          </p:nvPr>
        </p:nvSpPr>
        <p:spPr>
          <a:xfrm>
            <a:off x="2279650" y="202559"/>
            <a:ext cx="9079938" cy="1059607"/>
          </a:xfrm>
        </p:spPr>
        <p:txBody>
          <a:bodyPr/>
          <a:lstStyle>
            <a:lvl1pPr>
              <a:defRPr>
                <a:solidFill>
                  <a:srgbClr val="FFFFFF"/>
                </a:solidFill>
              </a:defRPr>
            </a:lvl1pPr>
          </a:lstStyle>
          <a:p>
            <a:r>
              <a:rPr lang="fr-FR"/>
              <a:t>Modifiez le style du titre</a:t>
            </a:r>
          </a:p>
        </p:txBody>
      </p:sp>
      <p:sp>
        <p:nvSpPr>
          <p:cNvPr id="9" name="Espace réservé du texte 8">
            <a:extLst>
              <a:ext uri="{FF2B5EF4-FFF2-40B4-BE49-F238E27FC236}">
                <a16:creationId xmlns:a16="http://schemas.microsoft.com/office/drawing/2014/main" id="{EA8CF6FF-C34F-5836-FE6D-F1848CEDE0B6}"/>
              </a:ext>
            </a:extLst>
          </p:cNvPr>
          <p:cNvSpPr>
            <a:spLocks noGrp="1"/>
          </p:cNvSpPr>
          <p:nvPr>
            <p:ph type="body" sz="quarter" idx="10"/>
          </p:nvPr>
        </p:nvSpPr>
        <p:spPr>
          <a:xfrm>
            <a:off x="566969" y="1660967"/>
            <a:ext cx="10792619" cy="4566002"/>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2" name="logo">
            <a:extLst>
              <a:ext uri="{FF2B5EF4-FFF2-40B4-BE49-F238E27FC236}">
                <a16:creationId xmlns:a16="http://schemas.microsoft.com/office/drawing/2014/main" id="{677C1863-5C2F-EEFB-678A-B267F72D4D6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71135" y="545195"/>
            <a:ext cx="1391480" cy="336842"/>
          </a:xfrm>
          <a:prstGeom prst="rect">
            <a:avLst/>
          </a:prstGeom>
        </p:spPr>
      </p:pic>
      <p:sp>
        <p:nvSpPr>
          <p:cNvPr id="7" name="Rectangle 6">
            <a:extLst>
              <a:ext uri="{FF2B5EF4-FFF2-40B4-BE49-F238E27FC236}">
                <a16:creationId xmlns:a16="http://schemas.microsoft.com/office/drawing/2014/main" id="{DC24E7DB-0ECF-7128-97B1-B6ADFC975790}"/>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Tree>
    <p:extLst>
      <p:ext uri="{BB962C8B-B14F-4D97-AF65-F5344CB8AC3E}">
        <p14:creationId xmlns:p14="http://schemas.microsoft.com/office/powerpoint/2010/main" val="1444910759"/>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de titre 2">
    <p:bg>
      <p:bgPr>
        <a:solidFill>
          <a:srgbClr val="101550"/>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02199F20-D2D9-C45F-D4F2-05CA430F3FFB}"/>
              </a:ext>
            </a:extLst>
          </p:cNvPr>
          <p:cNvPicPr>
            <a:picLocks noChangeAspect="1"/>
          </p:cNvPicPr>
          <p:nvPr userDrawn="1"/>
        </p:nvPicPr>
        <p:blipFill>
          <a:blip r:embed="rId2">
            <a:alphaModFix amt="20000"/>
          </a:blip>
          <a:stretch>
            <a:fillRect/>
          </a:stretch>
        </p:blipFill>
        <p:spPr>
          <a:xfrm>
            <a:off x="4767577" y="381190"/>
            <a:ext cx="6035492" cy="6095621"/>
          </a:xfrm>
          <a:prstGeom prst="rect">
            <a:avLst/>
          </a:prstGeom>
        </p:spPr>
      </p:pic>
      <p:sp>
        <p:nvSpPr>
          <p:cNvPr id="11" name="Titre 10">
            <a:extLst>
              <a:ext uri="{FF2B5EF4-FFF2-40B4-BE49-F238E27FC236}">
                <a16:creationId xmlns:a16="http://schemas.microsoft.com/office/drawing/2014/main" id="{FB0F2077-5D87-35C5-34E7-57DA1571E079}"/>
              </a:ext>
            </a:extLst>
          </p:cNvPr>
          <p:cNvSpPr>
            <a:spLocks noGrp="1"/>
          </p:cNvSpPr>
          <p:nvPr>
            <p:ph type="title" hasCustomPrompt="1"/>
          </p:nvPr>
        </p:nvSpPr>
        <p:spPr>
          <a:xfrm>
            <a:off x="571134" y="2242085"/>
            <a:ext cx="6068743" cy="1480004"/>
          </a:xfrm>
          <a:prstGeom prst="rect">
            <a:avLst/>
          </a:prstGeom>
        </p:spPr>
        <p:txBody>
          <a:bodyPr/>
          <a:lstStyle>
            <a:lvl1pPr>
              <a:defRPr sz="3750" b="1" i="0" baseline="0">
                <a:solidFill>
                  <a:srgbClr val="F6F6F6"/>
                </a:solidFill>
                <a:latin typeface="Open Sans Extrabold" panose="020B0606030504020204" pitchFamily="34" charset="0"/>
              </a:defRPr>
            </a:lvl1pPr>
          </a:lstStyle>
          <a:p>
            <a:r>
              <a:rPr lang="fr-FR"/>
              <a:t>Cliquez pour ajouter un titre</a:t>
            </a:r>
          </a:p>
        </p:txBody>
      </p:sp>
      <p:sp>
        <p:nvSpPr>
          <p:cNvPr id="15" name="Espace réservé du texte 14">
            <a:extLst>
              <a:ext uri="{FF2B5EF4-FFF2-40B4-BE49-F238E27FC236}">
                <a16:creationId xmlns:a16="http://schemas.microsoft.com/office/drawing/2014/main" id="{63CC7170-8E94-8F9D-B589-06D6568B5A8B}"/>
              </a:ext>
            </a:extLst>
          </p:cNvPr>
          <p:cNvSpPr>
            <a:spLocks noGrp="1"/>
          </p:cNvSpPr>
          <p:nvPr>
            <p:ph type="body" sz="quarter" idx="12" hasCustomPrompt="1"/>
          </p:nvPr>
        </p:nvSpPr>
        <p:spPr>
          <a:xfrm>
            <a:off x="571500" y="3849898"/>
            <a:ext cx="6068219" cy="738188"/>
          </a:xfrm>
          <a:prstGeom prst="rect">
            <a:avLst/>
          </a:prstGeom>
        </p:spPr>
        <p:txBody>
          <a:bodyPr/>
          <a:lstStyle>
            <a:lvl1pPr marL="0" indent="0">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sp>
        <p:nvSpPr>
          <p:cNvPr id="2" name="Ellipse 1">
            <a:extLst>
              <a:ext uri="{FF2B5EF4-FFF2-40B4-BE49-F238E27FC236}">
                <a16:creationId xmlns:a16="http://schemas.microsoft.com/office/drawing/2014/main" id="{B719B0F7-58D9-78EF-888A-3E2B186716D5}"/>
              </a:ext>
            </a:extLst>
          </p:cNvPr>
          <p:cNvSpPr/>
          <p:nvPr userDrawn="1"/>
        </p:nvSpPr>
        <p:spPr>
          <a:xfrm>
            <a:off x="2955059" y="4886325"/>
            <a:ext cx="969767" cy="968400"/>
          </a:xfrm>
          <a:prstGeom prst="ellipse">
            <a:avLst/>
          </a:prstGeom>
          <a:solidFill>
            <a:schemeClr val="accent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3" name="Ellipse 2">
            <a:extLst>
              <a:ext uri="{FF2B5EF4-FFF2-40B4-BE49-F238E27FC236}">
                <a16:creationId xmlns:a16="http://schemas.microsoft.com/office/drawing/2014/main" id="{764F5BB9-DB77-F5E2-5C86-1E376998F78C}"/>
              </a:ext>
            </a:extLst>
          </p:cNvPr>
          <p:cNvSpPr/>
          <p:nvPr userDrawn="1"/>
        </p:nvSpPr>
        <p:spPr>
          <a:xfrm>
            <a:off x="7221620" y="2905125"/>
            <a:ext cx="1110087" cy="1108800"/>
          </a:xfrm>
          <a:prstGeom prst="ellipse">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4" name="Espace réservé du texte 7">
            <a:extLst>
              <a:ext uri="{FF2B5EF4-FFF2-40B4-BE49-F238E27FC236}">
                <a16:creationId xmlns:a16="http://schemas.microsoft.com/office/drawing/2014/main" id="{4B9B8EDB-6E5A-2145-BFD3-D604EB9D4BBF}"/>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9" name="Rectangle 8">
            <a:extLst>
              <a:ext uri="{FF2B5EF4-FFF2-40B4-BE49-F238E27FC236}">
                <a16:creationId xmlns:a16="http://schemas.microsoft.com/office/drawing/2014/main" id="{2E813D82-6FDB-209C-5799-84C88B83CBA0}"/>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10" name="logo">
            <a:extLst>
              <a:ext uri="{FF2B5EF4-FFF2-40B4-BE49-F238E27FC236}">
                <a16:creationId xmlns:a16="http://schemas.microsoft.com/office/drawing/2014/main" id="{C122AAC2-DA03-92F6-9979-1183C34157E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2067861870"/>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ommaire icone">
    <p:bg>
      <p:bgPr>
        <a:solidFill>
          <a:schemeClr val="bg1"/>
        </a:solidFill>
        <a:effectLst/>
      </p:bgPr>
    </p:bg>
    <p:spTree>
      <p:nvGrpSpPr>
        <p:cNvPr id="1" name=""/>
        <p:cNvGrpSpPr/>
        <p:nvPr/>
      </p:nvGrpSpPr>
      <p:grpSpPr>
        <a:xfrm>
          <a:off x="0" y="0"/>
          <a:ext cx="0" cy="0"/>
          <a:chOff x="0" y="0"/>
          <a:chExt cx="0" cy="0"/>
        </a:xfrm>
      </p:grpSpPr>
      <p:sp>
        <p:nvSpPr>
          <p:cNvPr id="11" name="Titre 10">
            <a:extLst>
              <a:ext uri="{FF2B5EF4-FFF2-40B4-BE49-F238E27FC236}">
                <a16:creationId xmlns:a16="http://schemas.microsoft.com/office/drawing/2014/main" id="{FB0F2077-5D87-35C5-34E7-57DA1571E079}"/>
              </a:ext>
            </a:extLst>
          </p:cNvPr>
          <p:cNvSpPr>
            <a:spLocks noGrp="1"/>
          </p:cNvSpPr>
          <p:nvPr>
            <p:ph type="title" hasCustomPrompt="1"/>
          </p:nvPr>
        </p:nvSpPr>
        <p:spPr>
          <a:xfrm>
            <a:off x="6758630" y="1079878"/>
            <a:ext cx="5345806" cy="738188"/>
          </a:xfrm>
          <a:prstGeom prst="rect">
            <a:avLst/>
          </a:prstGeom>
        </p:spPr>
        <p:txBody>
          <a:bodyPr/>
          <a:lstStyle>
            <a:lvl1pPr>
              <a:defRPr sz="3250" b="1" i="0" baseline="0">
                <a:solidFill>
                  <a:schemeClr val="tx1"/>
                </a:solidFill>
                <a:latin typeface="Open Sans Extrabold" panose="020B0606030504020204" pitchFamily="34" charset="0"/>
              </a:defRPr>
            </a:lvl1pPr>
          </a:lstStyle>
          <a:p>
            <a:r>
              <a:rPr lang="fr-FR"/>
              <a:t>Ajouter un titre</a:t>
            </a:r>
          </a:p>
        </p:txBody>
      </p:sp>
      <p:sp>
        <p:nvSpPr>
          <p:cNvPr id="15" name="Espace réservé du texte 14">
            <a:extLst>
              <a:ext uri="{FF2B5EF4-FFF2-40B4-BE49-F238E27FC236}">
                <a16:creationId xmlns:a16="http://schemas.microsoft.com/office/drawing/2014/main" id="{63CC7170-8E94-8F9D-B589-06D6568B5A8B}"/>
              </a:ext>
            </a:extLst>
          </p:cNvPr>
          <p:cNvSpPr>
            <a:spLocks noGrp="1"/>
          </p:cNvSpPr>
          <p:nvPr>
            <p:ph type="body" sz="quarter" idx="12" hasCustomPrompt="1"/>
          </p:nvPr>
        </p:nvSpPr>
        <p:spPr>
          <a:xfrm>
            <a:off x="6758627" y="2003962"/>
            <a:ext cx="4432126" cy="3680194"/>
          </a:xfrm>
          <a:prstGeom prst="rect">
            <a:avLst/>
          </a:prstGeom>
        </p:spPr>
        <p:txBody>
          <a:bodyPr>
            <a:noAutofit/>
          </a:bodyPr>
          <a:lstStyle>
            <a:lvl1pPr marL="492125" indent="-492125">
              <a:spcBef>
                <a:spcPts val="2400"/>
              </a:spcBef>
              <a:buSzPct val="100000"/>
              <a:buFont typeface="+mj-lt"/>
              <a:buAutoNum type="arabicPeriod"/>
              <a:defRPr sz="15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sp>
        <p:nvSpPr>
          <p:cNvPr id="18" name="Shape 0">
            <a:extLst>
              <a:ext uri="{FF2B5EF4-FFF2-40B4-BE49-F238E27FC236}">
                <a16:creationId xmlns:a16="http://schemas.microsoft.com/office/drawing/2014/main" id="{2CF99EBC-DE13-D5E3-AA0A-A26AD2073BB7}"/>
              </a:ext>
            </a:extLst>
          </p:cNvPr>
          <p:cNvSpPr/>
          <p:nvPr userDrawn="1"/>
        </p:nvSpPr>
        <p:spPr>
          <a:xfrm>
            <a:off x="354883" y="103581"/>
            <a:ext cx="5741118" cy="6650833"/>
          </a:xfrm>
          <a:prstGeom prst="roundRect">
            <a:avLst>
              <a:gd name="adj" fmla="val 2628"/>
            </a:avLst>
          </a:prstGeom>
          <a:solidFill>
            <a:srgbClr val="101550"/>
          </a:solidFill>
          <a:ln/>
        </p:spPr>
        <p:txBody>
          <a:bodyPr/>
          <a:lstStyle/>
          <a:p>
            <a:endParaRPr lang="fr-FR"/>
          </a:p>
        </p:txBody>
      </p:sp>
      <p:pic>
        <p:nvPicPr>
          <p:cNvPr id="44" name="Graphique 43">
            <a:extLst>
              <a:ext uri="{FF2B5EF4-FFF2-40B4-BE49-F238E27FC236}">
                <a16:creationId xmlns:a16="http://schemas.microsoft.com/office/drawing/2014/main" id="{F9B28780-B578-ED3E-A8B8-78806F6797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0398" y="520749"/>
            <a:ext cx="5534868" cy="5773916"/>
          </a:xfrm>
          <a:prstGeom prst="rect">
            <a:avLst/>
          </a:prstGeom>
        </p:spPr>
      </p:pic>
      <p:sp>
        <p:nvSpPr>
          <p:cNvPr id="2" name="Espace réservé du texte 7">
            <a:extLst>
              <a:ext uri="{FF2B5EF4-FFF2-40B4-BE49-F238E27FC236}">
                <a16:creationId xmlns:a16="http://schemas.microsoft.com/office/drawing/2014/main" id="{E7130B84-AE16-9D42-3888-2263FE708C93}"/>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12" name="Line">
            <a:extLst>
              <a:ext uri="{FF2B5EF4-FFF2-40B4-BE49-F238E27FC236}">
                <a16:creationId xmlns:a16="http://schemas.microsoft.com/office/drawing/2014/main" id="{1F46C84A-3D8F-6A5D-AACE-897CD738A81A}"/>
              </a:ext>
            </a:extLst>
          </p:cNvPr>
          <p:cNvSpPr/>
          <p:nvPr userDrawn="1"/>
        </p:nvSpPr>
        <p:spPr>
          <a:xfrm>
            <a:off x="6758627" y="1900655"/>
            <a:ext cx="5345806" cy="16377"/>
          </a:xfrm>
          <a:prstGeom prst="line">
            <a:avLst/>
          </a:prstGeom>
          <a:ln w="19050">
            <a:solidFill>
              <a:srgbClr val="E2E2E2"/>
            </a:solidFill>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4" name="Ellipse 3">
            <a:extLst>
              <a:ext uri="{FF2B5EF4-FFF2-40B4-BE49-F238E27FC236}">
                <a16:creationId xmlns:a16="http://schemas.microsoft.com/office/drawing/2014/main" id="{42806703-626F-C528-C75D-E1E62D8ADC14}"/>
              </a:ext>
            </a:extLst>
          </p:cNvPr>
          <p:cNvSpPr/>
          <p:nvPr userDrawn="1"/>
        </p:nvSpPr>
        <p:spPr>
          <a:xfrm>
            <a:off x="2674722" y="2876550"/>
            <a:ext cx="1128272" cy="1126800"/>
          </a:xfrm>
          <a:prstGeom prst="ellipse">
            <a:avLst/>
          </a:prstGeom>
          <a:solidFill>
            <a:schemeClr val="accent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pic>
        <p:nvPicPr>
          <p:cNvPr id="3" name="logo">
            <a:extLst>
              <a:ext uri="{FF2B5EF4-FFF2-40B4-BE49-F238E27FC236}">
                <a16:creationId xmlns:a16="http://schemas.microsoft.com/office/drawing/2014/main" id="{18DE663B-07D7-AE2F-534C-562291C365F0}"/>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1749128758"/>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ommaire photo">
    <p:bg>
      <p:bgPr>
        <a:solidFill>
          <a:schemeClr val="bg1"/>
        </a:solidFill>
        <a:effectLst/>
      </p:bgPr>
    </p:bg>
    <p:spTree>
      <p:nvGrpSpPr>
        <p:cNvPr id="1" name=""/>
        <p:cNvGrpSpPr/>
        <p:nvPr/>
      </p:nvGrpSpPr>
      <p:grpSpPr>
        <a:xfrm>
          <a:off x="0" y="0"/>
          <a:ext cx="0" cy="0"/>
          <a:chOff x="0" y="0"/>
          <a:chExt cx="0" cy="0"/>
        </a:xfrm>
      </p:grpSpPr>
      <p:sp>
        <p:nvSpPr>
          <p:cNvPr id="18" name="Shape 0">
            <a:extLst>
              <a:ext uri="{FF2B5EF4-FFF2-40B4-BE49-F238E27FC236}">
                <a16:creationId xmlns:a16="http://schemas.microsoft.com/office/drawing/2014/main" id="{2CF99EBC-DE13-D5E3-AA0A-A26AD2073BB7}"/>
              </a:ext>
            </a:extLst>
          </p:cNvPr>
          <p:cNvSpPr/>
          <p:nvPr userDrawn="1"/>
        </p:nvSpPr>
        <p:spPr>
          <a:xfrm>
            <a:off x="354883" y="103581"/>
            <a:ext cx="5741118" cy="6650840"/>
          </a:xfrm>
          <a:prstGeom prst="roundRect">
            <a:avLst>
              <a:gd name="adj" fmla="val 2628"/>
            </a:avLst>
          </a:prstGeom>
          <a:solidFill>
            <a:srgbClr val="101550"/>
          </a:solidFill>
          <a:ln/>
        </p:spPr>
      </p:sp>
      <p:pic>
        <p:nvPicPr>
          <p:cNvPr id="44" name="Graphique 43">
            <a:extLst>
              <a:ext uri="{FF2B5EF4-FFF2-40B4-BE49-F238E27FC236}">
                <a16:creationId xmlns:a16="http://schemas.microsoft.com/office/drawing/2014/main" id="{F9B28780-B578-ED3E-A8B8-78806F6797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0398" y="545243"/>
            <a:ext cx="5534868" cy="5773916"/>
          </a:xfrm>
          <a:prstGeom prst="rect">
            <a:avLst/>
          </a:prstGeom>
        </p:spPr>
      </p:pic>
      <p:sp>
        <p:nvSpPr>
          <p:cNvPr id="2" name="Picture Placeholder 3">
            <a:extLst>
              <a:ext uri="{FF2B5EF4-FFF2-40B4-BE49-F238E27FC236}">
                <a16:creationId xmlns:a16="http://schemas.microsoft.com/office/drawing/2014/main" id="{606B7CDB-AC61-0289-F546-F5EB581528BE}"/>
              </a:ext>
            </a:extLst>
          </p:cNvPr>
          <p:cNvSpPr>
            <a:spLocks noGrp="1"/>
          </p:cNvSpPr>
          <p:nvPr>
            <p:ph type="pic" sz="quarter" idx="10"/>
          </p:nvPr>
        </p:nvSpPr>
        <p:spPr>
          <a:xfrm>
            <a:off x="1644996" y="1869764"/>
            <a:ext cx="3171882" cy="3171882"/>
          </a:xfrm>
          <a:prstGeom prst="ellipse">
            <a:avLst/>
          </a:prstGeom>
        </p:spPr>
        <p:txBody>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16" name="Espace réservé du texte 7">
            <a:extLst>
              <a:ext uri="{FF2B5EF4-FFF2-40B4-BE49-F238E27FC236}">
                <a16:creationId xmlns:a16="http://schemas.microsoft.com/office/drawing/2014/main" id="{73DC78C5-FF81-12EC-4B7D-FDA5CCA50713}"/>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46" name="Titre 10">
            <a:extLst>
              <a:ext uri="{FF2B5EF4-FFF2-40B4-BE49-F238E27FC236}">
                <a16:creationId xmlns:a16="http://schemas.microsoft.com/office/drawing/2014/main" id="{50331B0D-CAF1-69A2-C189-2D1A7DAE69D0}"/>
              </a:ext>
            </a:extLst>
          </p:cNvPr>
          <p:cNvSpPr>
            <a:spLocks noGrp="1"/>
          </p:cNvSpPr>
          <p:nvPr>
            <p:ph type="title" hasCustomPrompt="1"/>
          </p:nvPr>
        </p:nvSpPr>
        <p:spPr>
          <a:xfrm>
            <a:off x="6758630" y="1079878"/>
            <a:ext cx="5345806" cy="738188"/>
          </a:xfrm>
          <a:prstGeom prst="rect">
            <a:avLst/>
          </a:prstGeom>
        </p:spPr>
        <p:txBody>
          <a:bodyPr/>
          <a:lstStyle>
            <a:lvl1pPr>
              <a:defRPr sz="3250" b="1" i="0" baseline="0">
                <a:solidFill>
                  <a:schemeClr val="tx1"/>
                </a:solidFill>
                <a:latin typeface="Open Sans Extrabold" panose="020B0606030504020204" pitchFamily="34" charset="0"/>
              </a:defRPr>
            </a:lvl1pPr>
          </a:lstStyle>
          <a:p>
            <a:r>
              <a:rPr lang="fr-FR"/>
              <a:t>Ajouter un titre</a:t>
            </a:r>
          </a:p>
        </p:txBody>
      </p:sp>
      <p:sp>
        <p:nvSpPr>
          <p:cNvPr id="58" name="Line">
            <a:extLst>
              <a:ext uri="{FF2B5EF4-FFF2-40B4-BE49-F238E27FC236}">
                <a16:creationId xmlns:a16="http://schemas.microsoft.com/office/drawing/2014/main" id="{EE81EBC9-4682-3CC6-EBC2-D198261CE5DA}"/>
              </a:ext>
            </a:extLst>
          </p:cNvPr>
          <p:cNvSpPr/>
          <p:nvPr userDrawn="1"/>
        </p:nvSpPr>
        <p:spPr>
          <a:xfrm>
            <a:off x="6758627" y="1900655"/>
            <a:ext cx="5345806" cy="16377"/>
          </a:xfrm>
          <a:prstGeom prst="line">
            <a:avLst/>
          </a:prstGeom>
          <a:ln w="19050">
            <a:solidFill>
              <a:srgbClr val="E2E2E2"/>
            </a:solidFill>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3" name="Espace réservé du texte 14">
            <a:extLst>
              <a:ext uri="{FF2B5EF4-FFF2-40B4-BE49-F238E27FC236}">
                <a16:creationId xmlns:a16="http://schemas.microsoft.com/office/drawing/2014/main" id="{5B8AE8E1-391D-7CF3-BA2A-5E5FC0942206}"/>
              </a:ext>
            </a:extLst>
          </p:cNvPr>
          <p:cNvSpPr>
            <a:spLocks noGrp="1"/>
          </p:cNvSpPr>
          <p:nvPr>
            <p:ph type="body" sz="quarter" idx="12" hasCustomPrompt="1"/>
          </p:nvPr>
        </p:nvSpPr>
        <p:spPr>
          <a:xfrm>
            <a:off x="6758627" y="2003962"/>
            <a:ext cx="4432126" cy="3680194"/>
          </a:xfrm>
          <a:prstGeom prst="rect">
            <a:avLst/>
          </a:prstGeom>
        </p:spPr>
        <p:txBody>
          <a:bodyPr>
            <a:noAutofit/>
          </a:bodyPr>
          <a:lstStyle>
            <a:lvl1pPr marL="492125" indent="-492125">
              <a:spcBef>
                <a:spcPts val="2400"/>
              </a:spcBef>
              <a:buSzPct val="100000"/>
              <a:buFont typeface="+mj-lt"/>
              <a:buAutoNum type="arabicPeriod"/>
              <a:defRPr sz="15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pic>
        <p:nvPicPr>
          <p:cNvPr id="4" name="logo">
            <a:extLst>
              <a:ext uri="{FF2B5EF4-FFF2-40B4-BE49-F238E27FC236}">
                <a16:creationId xmlns:a16="http://schemas.microsoft.com/office/drawing/2014/main" id="{FD249BC9-CEB1-4DA8-3BE1-B8ADC91A7735}"/>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97812758"/>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Slide de titre 2">
    <p:bg>
      <p:bgPr>
        <a:solidFill>
          <a:srgbClr val="101550"/>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9F9E8E16-E178-82A6-AC31-66C88E0DBEBD}"/>
              </a:ext>
            </a:extLst>
          </p:cNvPr>
          <p:cNvSpPr/>
          <p:nvPr userDrawn="1"/>
        </p:nvSpPr>
        <p:spPr>
          <a:xfrm>
            <a:off x="0" y="5380265"/>
            <a:ext cx="12192000" cy="919721"/>
          </a:xfrm>
          <a:prstGeom prst="roundRect">
            <a:avLst>
              <a:gd name="adj" fmla="val 0"/>
            </a:avLst>
          </a:prstGeom>
          <a:solidFill>
            <a:srgbClr val="171F7B"/>
          </a:solidFill>
          <a:ln/>
        </p:spPr>
        <p:txBody>
          <a:bodyPr/>
          <a:lstStyle/>
          <a:p>
            <a:endParaRPr lang="fr-FR" sz="600"/>
          </a:p>
        </p:txBody>
      </p:sp>
      <p:sp>
        <p:nvSpPr>
          <p:cNvPr id="4" name="Ellipse 3">
            <a:extLst>
              <a:ext uri="{FF2B5EF4-FFF2-40B4-BE49-F238E27FC236}">
                <a16:creationId xmlns:a16="http://schemas.microsoft.com/office/drawing/2014/main" id="{ED02AB59-4C46-4EA8-F3F3-7A14F1F15E31}"/>
              </a:ext>
            </a:extLst>
          </p:cNvPr>
          <p:cNvSpPr/>
          <p:nvPr userDrawn="1"/>
        </p:nvSpPr>
        <p:spPr>
          <a:xfrm>
            <a:off x="7901491" y="4911437"/>
            <a:ext cx="919721" cy="921600"/>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7" name="Ellipse 6">
            <a:extLst>
              <a:ext uri="{FF2B5EF4-FFF2-40B4-BE49-F238E27FC236}">
                <a16:creationId xmlns:a16="http://schemas.microsoft.com/office/drawing/2014/main" id="{459ADA0B-4C46-062E-B9C5-14976F393FFC}"/>
              </a:ext>
            </a:extLst>
          </p:cNvPr>
          <p:cNvSpPr/>
          <p:nvPr userDrawn="1"/>
        </p:nvSpPr>
        <p:spPr>
          <a:xfrm>
            <a:off x="10440057" y="4911437"/>
            <a:ext cx="919721" cy="921600"/>
          </a:xfrm>
          <a:prstGeom prst="ellipse">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8" name="Ellipse 7">
            <a:extLst>
              <a:ext uri="{FF2B5EF4-FFF2-40B4-BE49-F238E27FC236}">
                <a16:creationId xmlns:a16="http://schemas.microsoft.com/office/drawing/2014/main" id="{362C77F1-276F-AE38-9C9B-65E9EB4696CC}"/>
              </a:ext>
            </a:extLst>
          </p:cNvPr>
          <p:cNvSpPr/>
          <p:nvPr userDrawn="1"/>
        </p:nvSpPr>
        <p:spPr>
          <a:xfrm>
            <a:off x="9170774" y="4911437"/>
            <a:ext cx="919721" cy="921600"/>
          </a:xfrm>
          <a:prstGeom prst="ellipse">
            <a:avLst/>
          </a:prstGeom>
          <a:solidFill>
            <a:schemeClr val="accent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9" name="Espace réservé du texte 14">
            <a:extLst>
              <a:ext uri="{FF2B5EF4-FFF2-40B4-BE49-F238E27FC236}">
                <a16:creationId xmlns:a16="http://schemas.microsoft.com/office/drawing/2014/main" id="{08D8467B-DDA6-1AD9-398C-C5DCCC6697FF}"/>
              </a:ext>
            </a:extLst>
          </p:cNvPr>
          <p:cNvSpPr>
            <a:spLocks noGrp="1"/>
          </p:cNvSpPr>
          <p:nvPr>
            <p:ph type="body" sz="quarter" idx="12" hasCustomPrompt="1"/>
          </p:nvPr>
        </p:nvSpPr>
        <p:spPr>
          <a:xfrm>
            <a:off x="2922034" y="1804210"/>
            <a:ext cx="7144531" cy="2335530"/>
          </a:xfrm>
          <a:prstGeom prst="rect">
            <a:avLst/>
          </a:prstGeom>
        </p:spPr>
        <p:txBody>
          <a:bodyPr/>
          <a:lstStyle>
            <a:lvl1pPr marL="0" indent="0">
              <a:buNone/>
              <a:defRPr sz="2250" b="0" i="1"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texte de type citation</a:t>
            </a:r>
          </a:p>
        </p:txBody>
      </p:sp>
      <p:sp>
        <p:nvSpPr>
          <p:cNvPr id="10" name="Espace réservé du texte 7">
            <a:extLst>
              <a:ext uri="{FF2B5EF4-FFF2-40B4-BE49-F238E27FC236}">
                <a16:creationId xmlns:a16="http://schemas.microsoft.com/office/drawing/2014/main" id="{13562871-B48D-A160-F8D4-4BD2AE2988DE}"/>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11" name="Rectangle 10">
            <a:extLst>
              <a:ext uri="{FF2B5EF4-FFF2-40B4-BE49-F238E27FC236}">
                <a16:creationId xmlns:a16="http://schemas.microsoft.com/office/drawing/2014/main" id="{A4A0E5C9-FA56-2B33-0E27-F53C77BEB24C}"/>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12" name="logo">
            <a:extLst>
              <a:ext uri="{FF2B5EF4-FFF2-40B4-BE49-F238E27FC236}">
                <a16:creationId xmlns:a16="http://schemas.microsoft.com/office/drawing/2014/main" id="{0693B58A-3A64-0B8C-7C46-97EB27E57F2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4054498962"/>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position personnalisée">
    <p:bg>
      <p:bgPr>
        <a:solidFill>
          <a:schemeClr val="accent6"/>
        </a:solidFill>
        <a:effectLst/>
      </p:bgPr>
    </p:bg>
    <p:spTree>
      <p:nvGrpSpPr>
        <p:cNvPr id="1" name=""/>
        <p:cNvGrpSpPr/>
        <p:nvPr/>
      </p:nvGrpSpPr>
      <p:grpSpPr>
        <a:xfrm>
          <a:off x="0" y="0"/>
          <a:ext cx="0" cy="0"/>
          <a:chOff x="0" y="0"/>
          <a:chExt cx="0" cy="0"/>
        </a:xfrm>
      </p:grpSpPr>
      <p:sp>
        <p:nvSpPr>
          <p:cNvPr id="5" name="Text 13">
            <a:extLst>
              <a:ext uri="{FF2B5EF4-FFF2-40B4-BE49-F238E27FC236}">
                <a16:creationId xmlns:a16="http://schemas.microsoft.com/office/drawing/2014/main" id="{CB1F7D56-F7DF-45A0-6C32-A6DD74B5FF78}"/>
              </a:ext>
            </a:extLst>
          </p:cNvPr>
          <p:cNvSpPr/>
          <p:nvPr userDrawn="1"/>
        </p:nvSpPr>
        <p:spPr>
          <a:xfrm>
            <a:off x="608883" y="3870098"/>
            <a:ext cx="4276201" cy="269642"/>
          </a:xfrm>
          <a:prstGeom prst="rect">
            <a:avLst/>
          </a:prstGeom>
          <a:noFill/>
          <a:ln>
            <a:noFill/>
          </a:ln>
        </p:spPr>
        <p:txBody>
          <a:bodyPr wrap="square" lIns="0" tIns="0" rIns="0" bIns="0" rtlCol="0" anchor="t"/>
          <a:lstStyle/>
          <a:p>
            <a:pPr>
              <a:lnSpc>
                <a:spcPts val="1904"/>
              </a:lnSpc>
            </a:pPr>
            <a:endParaRPr lang="en-US" sz="1400">
              <a:solidFill>
                <a:srgbClr val="D6D8F4"/>
              </a:solidFill>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6" name="Espace réservé du texte 14">
            <a:extLst>
              <a:ext uri="{FF2B5EF4-FFF2-40B4-BE49-F238E27FC236}">
                <a16:creationId xmlns:a16="http://schemas.microsoft.com/office/drawing/2014/main" id="{57A0BD65-4151-EB9D-4FFB-86D7A783CDFB}"/>
              </a:ext>
            </a:extLst>
          </p:cNvPr>
          <p:cNvSpPr>
            <a:spLocks noGrp="1"/>
          </p:cNvSpPr>
          <p:nvPr>
            <p:ph type="body" sz="quarter" idx="15" hasCustomPrompt="1"/>
          </p:nvPr>
        </p:nvSpPr>
        <p:spPr>
          <a:xfrm>
            <a:off x="750193" y="3422274"/>
            <a:ext cx="2254264" cy="407270"/>
          </a:xfrm>
          <a:prstGeom prst="rect">
            <a:avLst/>
          </a:prstGeom>
        </p:spPr>
        <p:txBody>
          <a:bodyPr/>
          <a:lstStyle>
            <a:lvl1pPr marL="0" indent="0">
              <a:buNone/>
              <a:defRPr sz="1600" b="1" i="0" baseline="0">
                <a:solidFill>
                  <a:srgbClr val="F6F6F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7" name="Espace réservé du texte 14">
            <a:extLst>
              <a:ext uri="{FF2B5EF4-FFF2-40B4-BE49-F238E27FC236}">
                <a16:creationId xmlns:a16="http://schemas.microsoft.com/office/drawing/2014/main" id="{BF662DE6-3353-DEAD-469E-94650CFEE179}"/>
              </a:ext>
            </a:extLst>
          </p:cNvPr>
          <p:cNvSpPr>
            <a:spLocks noGrp="1"/>
          </p:cNvSpPr>
          <p:nvPr>
            <p:ph type="body" sz="quarter" idx="16" hasCustomPrompt="1"/>
          </p:nvPr>
        </p:nvSpPr>
        <p:spPr>
          <a:xfrm>
            <a:off x="750193" y="3854982"/>
            <a:ext cx="2254264" cy="767428"/>
          </a:xfrm>
          <a:prstGeom prst="rect">
            <a:avLst/>
          </a:prstGeom>
        </p:spPr>
        <p:txBody>
          <a:bodyPr/>
          <a:lstStyle>
            <a:lvl1pPr marL="0" indent="0">
              <a:buNone/>
              <a:defRPr sz="1050" b="0" i="0" baseline="0">
                <a:solidFill>
                  <a:schemeClr val="tx1">
                    <a:lumMod val="25000"/>
                    <a:lumOff val="7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du texte</a:t>
            </a:r>
          </a:p>
        </p:txBody>
      </p:sp>
      <p:sp>
        <p:nvSpPr>
          <p:cNvPr id="9" name="Espace réservé du texte 14">
            <a:extLst>
              <a:ext uri="{FF2B5EF4-FFF2-40B4-BE49-F238E27FC236}">
                <a16:creationId xmlns:a16="http://schemas.microsoft.com/office/drawing/2014/main" id="{BE1137F9-C8EB-50FB-4339-65B776C64D7F}"/>
              </a:ext>
            </a:extLst>
          </p:cNvPr>
          <p:cNvSpPr>
            <a:spLocks noGrp="1"/>
          </p:cNvSpPr>
          <p:nvPr>
            <p:ph type="body" sz="quarter" idx="12" hasCustomPrompt="1"/>
          </p:nvPr>
        </p:nvSpPr>
        <p:spPr>
          <a:xfrm>
            <a:off x="750193" y="2305619"/>
            <a:ext cx="1186097" cy="471299"/>
          </a:xfrm>
          <a:prstGeom prst="rect">
            <a:avLst/>
          </a:prstGeom>
        </p:spPr>
        <p:txBody>
          <a:bodyPr anchor="ctr"/>
          <a:lstStyle>
            <a:lvl1pPr marL="0" indent="0" algn="ctr">
              <a:buNone/>
              <a:defRPr sz="1750" b="0" i="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t>
            </a:r>
          </a:p>
        </p:txBody>
      </p:sp>
      <p:sp>
        <p:nvSpPr>
          <p:cNvPr id="10" name="Espace réservé du texte 14">
            <a:extLst>
              <a:ext uri="{FF2B5EF4-FFF2-40B4-BE49-F238E27FC236}">
                <a16:creationId xmlns:a16="http://schemas.microsoft.com/office/drawing/2014/main" id="{FA0DF73E-50A1-EDC8-8DEA-87580851220A}"/>
              </a:ext>
            </a:extLst>
          </p:cNvPr>
          <p:cNvSpPr>
            <a:spLocks noGrp="1"/>
          </p:cNvSpPr>
          <p:nvPr>
            <p:ph type="body" sz="quarter" idx="17" hasCustomPrompt="1"/>
          </p:nvPr>
        </p:nvSpPr>
        <p:spPr>
          <a:xfrm>
            <a:off x="3538822" y="3414109"/>
            <a:ext cx="2254264" cy="407270"/>
          </a:xfrm>
          <a:prstGeom prst="rect">
            <a:avLst/>
          </a:prstGeom>
        </p:spPr>
        <p:txBody>
          <a:bodyPr/>
          <a:lstStyle>
            <a:lvl1pPr marL="0" indent="0">
              <a:buNone/>
              <a:defRPr sz="1600" b="1" i="0" baseline="0">
                <a:solidFill>
                  <a:srgbClr val="F6F6F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11" name="Espace réservé du texte 14">
            <a:extLst>
              <a:ext uri="{FF2B5EF4-FFF2-40B4-BE49-F238E27FC236}">
                <a16:creationId xmlns:a16="http://schemas.microsoft.com/office/drawing/2014/main" id="{8EB7617E-0978-399C-6E33-FF8257624FBD}"/>
              </a:ext>
            </a:extLst>
          </p:cNvPr>
          <p:cNvSpPr>
            <a:spLocks noGrp="1"/>
          </p:cNvSpPr>
          <p:nvPr>
            <p:ph type="body" sz="quarter" idx="18" hasCustomPrompt="1"/>
          </p:nvPr>
        </p:nvSpPr>
        <p:spPr>
          <a:xfrm>
            <a:off x="3538822" y="3846817"/>
            <a:ext cx="2254264" cy="767428"/>
          </a:xfrm>
          <a:prstGeom prst="rect">
            <a:avLst/>
          </a:prstGeom>
        </p:spPr>
        <p:txBody>
          <a:bodyPr/>
          <a:lstStyle>
            <a:lvl1pPr marL="0" indent="0">
              <a:buNone/>
              <a:defRPr sz="1050" b="0" i="0" baseline="0">
                <a:solidFill>
                  <a:schemeClr val="tx1">
                    <a:lumMod val="25000"/>
                    <a:lumOff val="7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du texte</a:t>
            </a:r>
          </a:p>
        </p:txBody>
      </p:sp>
      <p:sp>
        <p:nvSpPr>
          <p:cNvPr id="13" name="Espace réservé du texte 14">
            <a:extLst>
              <a:ext uri="{FF2B5EF4-FFF2-40B4-BE49-F238E27FC236}">
                <a16:creationId xmlns:a16="http://schemas.microsoft.com/office/drawing/2014/main" id="{C645440C-64A1-843C-53CF-3B9C56F94DE8}"/>
              </a:ext>
            </a:extLst>
          </p:cNvPr>
          <p:cNvSpPr>
            <a:spLocks noGrp="1"/>
          </p:cNvSpPr>
          <p:nvPr>
            <p:ph type="body" sz="quarter" idx="19" hasCustomPrompt="1"/>
          </p:nvPr>
        </p:nvSpPr>
        <p:spPr>
          <a:xfrm>
            <a:off x="3538822" y="2264323"/>
            <a:ext cx="1186097" cy="471299"/>
          </a:xfrm>
          <a:prstGeom prst="rect">
            <a:avLst/>
          </a:prstGeom>
        </p:spPr>
        <p:txBody>
          <a:bodyPr anchor="ctr"/>
          <a:lstStyle>
            <a:lvl1pPr marL="0" indent="0" algn="ctr">
              <a:buNone/>
              <a:defRPr sz="1750" b="0" i="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t>
            </a:r>
          </a:p>
        </p:txBody>
      </p:sp>
      <p:sp>
        <p:nvSpPr>
          <p:cNvPr id="14" name="Text 13">
            <a:extLst>
              <a:ext uri="{FF2B5EF4-FFF2-40B4-BE49-F238E27FC236}">
                <a16:creationId xmlns:a16="http://schemas.microsoft.com/office/drawing/2014/main" id="{83A12D34-23F8-7028-CAC8-B000D5E54B4A}"/>
              </a:ext>
            </a:extLst>
          </p:cNvPr>
          <p:cNvSpPr/>
          <p:nvPr userDrawn="1"/>
        </p:nvSpPr>
        <p:spPr>
          <a:xfrm>
            <a:off x="5985461" y="3870098"/>
            <a:ext cx="4276201" cy="269642"/>
          </a:xfrm>
          <a:prstGeom prst="rect">
            <a:avLst/>
          </a:prstGeom>
          <a:noFill/>
          <a:ln>
            <a:noFill/>
          </a:ln>
        </p:spPr>
        <p:txBody>
          <a:bodyPr wrap="square" lIns="0" tIns="0" rIns="0" bIns="0" rtlCol="0" anchor="t"/>
          <a:lstStyle/>
          <a:p>
            <a:pPr>
              <a:lnSpc>
                <a:spcPts val="1904"/>
              </a:lnSpc>
            </a:pPr>
            <a:endParaRPr lang="en-US" sz="1400">
              <a:solidFill>
                <a:srgbClr val="D6D8F4"/>
              </a:solidFill>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15" name="Espace réservé du texte 14">
            <a:extLst>
              <a:ext uri="{FF2B5EF4-FFF2-40B4-BE49-F238E27FC236}">
                <a16:creationId xmlns:a16="http://schemas.microsoft.com/office/drawing/2014/main" id="{243455FA-D712-EEE3-404E-C92CCC0A1C2B}"/>
              </a:ext>
            </a:extLst>
          </p:cNvPr>
          <p:cNvSpPr>
            <a:spLocks noGrp="1"/>
          </p:cNvSpPr>
          <p:nvPr>
            <p:ph type="body" sz="quarter" idx="20" hasCustomPrompt="1"/>
          </p:nvPr>
        </p:nvSpPr>
        <p:spPr>
          <a:xfrm>
            <a:off x="6321470" y="3422275"/>
            <a:ext cx="2254264" cy="407270"/>
          </a:xfrm>
          <a:prstGeom prst="rect">
            <a:avLst/>
          </a:prstGeom>
        </p:spPr>
        <p:txBody>
          <a:bodyPr/>
          <a:lstStyle>
            <a:lvl1pPr marL="0" indent="0">
              <a:buNone/>
              <a:defRPr sz="1600" b="1" i="0" baseline="0">
                <a:solidFill>
                  <a:srgbClr val="F6F6F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16" name="Espace réservé du texte 14">
            <a:extLst>
              <a:ext uri="{FF2B5EF4-FFF2-40B4-BE49-F238E27FC236}">
                <a16:creationId xmlns:a16="http://schemas.microsoft.com/office/drawing/2014/main" id="{AD040993-D204-F7D1-0A13-C12AA9E9C43B}"/>
              </a:ext>
            </a:extLst>
          </p:cNvPr>
          <p:cNvSpPr>
            <a:spLocks noGrp="1"/>
          </p:cNvSpPr>
          <p:nvPr>
            <p:ph type="body" sz="quarter" idx="21" hasCustomPrompt="1"/>
          </p:nvPr>
        </p:nvSpPr>
        <p:spPr>
          <a:xfrm>
            <a:off x="6321470" y="3854982"/>
            <a:ext cx="2254264" cy="767428"/>
          </a:xfrm>
          <a:prstGeom prst="rect">
            <a:avLst/>
          </a:prstGeom>
        </p:spPr>
        <p:txBody>
          <a:bodyPr/>
          <a:lstStyle>
            <a:lvl1pPr marL="0" indent="0">
              <a:buNone/>
              <a:defRPr sz="1050" b="0" i="0" baseline="0">
                <a:solidFill>
                  <a:schemeClr val="tx1">
                    <a:lumMod val="25000"/>
                    <a:lumOff val="7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du texte</a:t>
            </a:r>
          </a:p>
        </p:txBody>
      </p:sp>
      <p:sp>
        <p:nvSpPr>
          <p:cNvPr id="18" name="Espace réservé du texte 14">
            <a:extLst>
              <a:ext uri="{FF2B5EF4-FFF2-40B4-BE49-F238E27FC236}">
                <a16:creationId xmlns:a16="http://schemas.microsoft.com/office/drawing/2014/main" id="{C4D70855-591B-F7D6-2B45-C7549F235CAA}"/>
              </a:ext>
            </a:extLst>
          </p:cNvPr>
          <p:cNvSpPr>
            <a:spLocks noGrp="1"/>
          </p:cNvSpPr>
          <p:nvPr>
            <p:ph type="body" sz="quarter" idx="22" hasCustomPrompt="1"/>
          </p:nvPr>
        </p:nvSpPr>
        <p:spPr>
          <a:xfrm>
            <a:off x="6321470" y="2297455"/>
            <a:ext cx="1186097" cy="471299"/>
          </a:xfrm>
          <a:prstGeom prst="rect">
            <a:avLst/>
          </a:prstGeom>
        </p:spPr>
        <p:txBody>
          <a:bodyPr anchor="ctr"/>
          <a:lstStyle>
            <a:lvl1pPr marL="0" indent="0" algn="ctr">
              <a:buNone/>
              <a:defRPr sz="1750" b="0" i="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t>
            </a:r>
          </a:p>
        </p:txBody>
      </p:sp>
      <p:sp>
        <p:nvSpPr>
          <p:cNvPr id="19" name="Espace réservé du texte 14">
            <a:extLst>
              <a:ext uri="{FF2B5EF4-FFF2-40B4-BE49-F238E27FC236}">
                <a16:creationId xmlns:a16="http://schemas.microsoft.com/office/drawing/2014/main" id="{84292DFD-D5A6-161D-BEFF-5C03B39701F6}"/>
              </a:ext>
            </a:extLst>
          </p:cNvPr>
          <p:cNvSpPr>
            <a:spLocks noGrp="1"/>
          </p:cNvSpPr>
          <p:nvPr>
            <p:ph type="body" sz="quarter" idx="23" hasCustomPrompt="1"/>
          </p:nvPr>
        </p:nvSpPr>
        <p:spPr>
          <a:xfrm>
            <a:off x="9083445" y="3414110"/>
            <a:ext cx="2254264" cy="407270"/>
          </a:xfrm>
          <a:prstGeom prst="rect">
            <a:avLst/>
          </a:prstGeom>
        </p:spPr>
        <p:txBody>
          <a:bodyPr/>
          <a:lstStyle>
            <a:lvl1pPr marL="0" indent="0">
              <a:buNone/>
              <a:defRPr sz="1600" b="1" i="0" baseline="0">
                <a:solidFill>
                  <a:srgbClr val="F6F6F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20" name="Espace réservé du texte 14">
            <a:extLst>
              <a:ext uri="{FF2B5EF4-FFF2-40B4-BE49-F238E27FC236}">
                <a16:creationId xmlns:a16="http://schemas.microsoft.com/office/drawing/2014/main" id="{901A95E1-64B5-9BDA-5E46-45C106337DBE}"/>
              </a:ext>
            </a:extLst>
          </p:cNvPr>
          <p:cNvSpPr>
            <a:spLocks noGrp="1"/>
          </p:cNvSpPr>
          <p:nvPr>
            <p:ph type="body" sz="quarter" idx="24" hasCustomPrompt="1"/>
          </p:nvPr>
        </p:nvSpPr>
        <p:spPr>
          <a:xfrm>
            <a:off x="9083445" y="3846818"/>
            <a:ext cx="2254264" cy="767428"/>
          </a:xfrm>
          <a:prstGeom prst="rect">
            <a:avLst/>
          </a:prstGeom>
        </p:spPr>
        <p:txBody>
          <a:bodyPr/>
          <a:lstStyle>
            <a:lvl1pPr marL="0" indent="0">
              <a:buNone/>
              <a:defRPr sz="1050" b="0" i="0" baseline="0">
                <a:solidFill>
                  <a:schemeClr val="tx1">
                    <a:lumMod val="25000"/>
                    <a:lumOff val="7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du texte</a:t>
            </a:r>
          </a:p>
        </p:txBody>
      </p:sp>
      <p:sp>
        <p:nvSpPr>
          <p:cNvPr id="22" name="Espace réservé du texte 14">
            <a:extLst>
              <a:ext uri="{FF2B5EF4-FFF2-40B4-BE49-F238E27FC236}">
                <a16:creationId xmlns:a16="http://schemas.microsoft.com/office/drawing/2014/main" id="{E2986776-15BC-9A08-6A42-44D91CE642E6}"/>
              </a:ext>
            </a:extLst>
          </p:cNvPr>
          <p:cNvSpPr>
            <a:spLocks noGrp="1"/>
          </p:cNvSpPr>
          <p:nvPr>
            <p:ph type="body" sz="quarter" idx="25" hasCustomPrompt="1"/>
          </p:nvPr>
        </p:nvSpPr>
        <p:spPr>
          <a:xfrm>
            <a:off x="9083445" y="2305619"/>
            <a:ext cx="1186097" cy="471299"/>
          </a:xfrm>
          <a:prstGeom prst="rect">
            <a:avLst/>
          </a:prstGeom>
        </p:spPr>
        <p:txBody>
          <a:bodyPr anchor="ctr"/>
          <a:lstStyle>
            <a:lvl1pPr marL="0" indent="0" algn="ctr">
              <a:buNone/>
              <a:defRPr sz="1750" b="0" i="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t>
            </a:r>
          </a:p>
        </p:txBody>
      </p:sp>
      <p:sp>
        <p:nvSpPr>
          <p:cNvPr id="23" name="Espace réservé du texte 7">
            <a:extLst>
              <a:ext uri="{FF2B5EF4-FFF2-40B4-BE49-F238E27FC236}">
                <a16:creationId xmlns:a16="http://schemas.microsoft.com/office/drawing/2014/main" id="{8E80EFC7-829B-9F55-A5AC-DAD9B8BF2B65}"/>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8" name="Rectangle 7">
            <a:extLst>
              <a:ext uri="{FF2B5EF4-FFF2-40B4-BE49-F238E27FC236}">
                <a16:creationId xmlns:a16="http://schemas.microsoft.com/office/drawing/2014/main" id="{2C3CDA09-C847-E97E-6138-AF3777603C98}"/>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12" name="logo">
            <a:extLst>
              <a:ext uri="{FF2B5EF4-FFF2-40B4-BE49-F238E27FC236}">
                <a16:creationId xmlns:a16="http://schemas.microsoft.com/office/drawing/2014/main" id="{A9AEE272-CF59-B15D-CB3A-412117D9CF7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2481556522"/>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solidFill>
          <a:schemeClr val="accent6"/>
        </a:solidFill>
        <a:effectLst/>
      </p:bgPr>
    </p:bg>
    <p:spTree>
      <p:nvGrpSpPr>
        <p:cNvPr id="1" name=""/>
        <p:cNvGrpSpPr/>
        <p:nvPr/>
      </p:nvGrpSpPr>
      <p:grpSpPr>
        <a:xfrm>
          <a:off x="0" y="0"/>
          <a:ext cx="0" cy="0"/>
          <a:chOff x="0" y="0"/>
          <a:chExt cx="0" cy="0"/>
        </a:xfrm>
      </p:grpSpPr>
      <p:sp>
        <p:nvSpPr>
          <p:cNvPr id="2" name="Espace réservé du texte 8">
            <a:extLst>
              <a:ext uri="{FF2B5EF4-FFF2-40B4-BE49-F238E27FC236}">
                <a16:creationId xmlns:a16="http://schemas.microsoft.com/office/drawing/2014/main" id="{C2FFD919-2603-FF64-7EAB-C5DAEE039877}"/>
              </a:ext>
            </a:extLst>
          </p:cNvPr>
          <p:cNvSpPr>
            <a:spLocks noGrp="1"/>
          </p:cNvSpPr>
          <p:nvPr>
            <p:ph type="body" sz="quarter" idx="17"/>
          </p:nvPr>
        </p:nvSpPr>
        <p:spPr>
          <a:xfrm>
            <a:off x="566970" y="1660967"/>
            <a:ext cx="4459425" cy="2478772"/>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Text 13">
            <a:extLst>
              <a:ext uri="{FF2B5EF4-FFF2-40B4-BE49-F238E27FC236}">
                <a16:creationId xmlns:a16="http://schemas.microsoft.com/office/drawing/2014/main" id="{4E3E01A4-BA83-9C76-B25E-8A7ABFBFE0B2}"/>
              </a:ext>
            </a:extLst>
          </p:cNvPr>
          <p:cNvSpPr/>
          <p:nvPr userDrawn="1"/>
        </p:nvSpPr>
        <p:spPr>
          <a:xfrm>
            <a:off x="608883" y="3870098"/>
            <a:ext cx="4276201" cy="269642"/>
          </a:xfrm>
          <a:prstGeom prst="rect">
            <a:avLst/>
          </a:prstGeom>
          <a:noFill/>
          <a:ln>
            <a:noFill/>
          </a:ln>
        </p:spPr>
        <p:txBody>
          <a:bodyPr wrap="square" lIns="0" tIns="0" rIns="0" bIns="0" rtlCol="0" anchor="t"/>
          <a:lstStyle/>
          <a:p>
            <a:pPr>
              <a:lnSpc>
                <a:spcPts val="1904"/>
              </a:lnSpc>
            </a:pPr>
            <a:endParaRPr lang="en-US" sz="1400">
              <a:solidFill>
                <a:srgbClr val="D6D8F4"/>
              </a:solidFill>
              <a:latin typeface="Open Sans Light" panose="020B0606030504020204" pitchFamily="34" charset="0"/>
              <a:ea typeface="Open Sans Light" panose="020B0606030504020204" pitchFamily="34" charset="0"/>
              <a:cs typeface="Open Sans Light" panose="020B0606030504020204" pitchFamily="34" charset="0"/>
            </a:endParaRPr>
          </a:p>
        </p:txBody>
      </p:sp>
      <p:pic>
        <p:nvPicPr>
          <p:cNvPr id="5" name="Graphique 4">
            <a:extLst>
              <a:ext uri="{FF2B5EF4-FFF2-40B4-BE49-F238E27FC236}">
                <a16:creationId xmlns:a16="http://schemas.microsoft.com/office/drawing/2014/main" id="{94E66A71-355F-432A-C716-54C74DDD006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6938" y="545243"/>
            <a:ext cx="5534868" cy="5773916"/>
          </a:xfrm>
          <a:prstGeom prst="rect">
            <a:avLst/>
          </a:prstGeom>
        </p:spPr>
      </p:pic>
      <p:sp>
        <p:nvSpPr>
          <p:cNvPr id="6" name="Picture Placeholder 3">
            <a:extLst>
              <a:ext uri="{FF2B5EF4-FFF2-40B4-BE49-F238E27FC236}">
                <a16:creationId xmlns:a16="http://schemas.microsoft.com/office/drawing/2014/main" id="{5148B0AC-C594-7873-29AF-E45DF1E7B4AF}"/>
              </a:ext>
            </a:extLst>
          </p:cNvPr>
          <p:cNvSpPr>
            <a:spLocks noGrp="1"/>
          </p:cNvSpPr>
          <p:nvPr>
            <p:ph type="pic" sz="quarter" idx="10"/>
          </p:nvPr>
        </p:nvSpPr>
        <p:spPr>
          <a:xfrm>
            <a:off x="7091536" y="1869764"/>
            <a:ext cx="3171882" cy="3171882"/>
          </a:xfrm>
          <a:prstGeom prst="ellipse">
            <a:avLst/>
          </a:prstGeom>
        </p:spPr>
        <p:txBody>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pic>
        <p:nvPicPr>
          <p:cNvPr id="7" name="Image 6">
            <a:extLst>
              <a:ext uri="{FF2B5EF4-FFF2-40B4-BE49-F238E27FC236}">
                <a16:creationId xmlns:a16="http://schemas.microsoft.com/office/drawing/2014/main" id="{D98A1308-00E7-DD49-F170-398B32524F90}"/>
              </a:ext>
            </a:extLst>
          </p:cNvPr>
          <p:cNvPicPr>
            <a:picLocks noChangeAspect="1"/>
          </p:cNvPicPr>
          <p:nvPr userDrawn="1"/>
        </p:nvPicPr>
        <p:blipFill>
          <a:blip r:embed="rId4"/>
          <a:stretch>
            <a:fillRect/>
          </a:stretch>
        </p:blipFill>
        <p:spPr>
          <a:xfrm>
            <a:off x="9758903" y="1363743"/>
            <a:ext cx="1080770" cy="981617"/>
          </a:xfrm>
          <a:prstGeom prst="rect">
            <a:avLst/>
          </a:prstGeom>
        </p:spPr>
      </p:pic>
      <p:sp>
        <p:nvSpPr>
          <p:cNvPr id="9" name="Espace réservé du texte 14">
            <a:extLst>
              <a:ext uri="{FF2B5EF4-FFF2-40B4-BE49-F238E27FC236}">
                <a16:creationId xmlns:a16="http://schemas.microsoft.com/office/drawing/2014/main" id="{E4F36BE0-9DFC-D829-A9B0-F979717D54C0}"/>
              </a:ext>
            </a:extLst>
          </p:cNvPr>
          <p:cNvSpPr>
            <a:spLocks noGrp="1"/>
          </p:cNvSpPr>
          <p:nvPr>
            <p:ph type="body" sz="quarter" idx="15"/>
          </p:nvPr>
        </p:nvSpPr>
        <p:spPr>
          <a:xfrm>
            <a:off x="561182" y="4280557"/>
            <a:ext cx="4465213" cy="407270"/>
          </a:xfrm>
          <a:prstGeom prst="rect">
            <a:avLst/>
          </a:prstGeom>
        </p:spPr>
        <p:txBody>
          <a:bodyPr/>
          <a:lstStyle>
            <a:lvl1pPr marL="0" indent="0">
              <a:buNone/>
              <a:defRPr sz="1600" b="1" i="0" baseline="0">
                <a:solidFill>
                  <a:srgbClr val="F6F6F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endParaRPr lang="fr-FR"/>
          </a:p>
        </p:txBody>
      </p:sp>
      <p:sp>
        <p:nvSpPr>
          <p:cNvPr id="10" name="Espace réservé du texte 14">
            <a:extLst>
              <a:ext uri="{FF2B5EF4-FFF2-40B4-BE49-F238E27FC236}">
                <a16:creationId xmlns:a16="http://schemas.microsoft.com/office/drawing/2014/main" id="{C2C5ED32-B488-40B5-AA1A-BB64925163E1}"/>
              </a:ext>
            </a:extLst>
          </p:cNvPr>
          <p:cNvSpPr>
            <a:spLocks noGrp="1"/>
          </p:cNvSpPr>
          <p:nvPr>
            <p:ph type="body" sz="quarter" idx="16"/>
          </p:nvPr>
        </p:nvSpPr>
        <p:spPr>
          <a:xfrm>
            <a:off x="561182" y="4713264"/>
            <a:ext cx="4465213" cy="303176"/>
          </a:xfrm>
          <a:prstGeom prst="rect">
            <a:avLst/>
          </a:prstGeom>
        </p:spPr>
        <p:txBody>
          <a:bodyPr/>
          <a:lstStyle>
            <a:lvl1pPr marL="0" indent="0">
              <a:buNone/>
              <a:defRPr sz="1050" b="0" i="0" baseline="0">
                <a:solidFill>
                  <a:schemeClr val="tx1">
                    <a:lumMod val="25000"/>
                    <a:lumOff val="7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endParaRPr lang="fr-FR"/>
          </a:p>
        </p:txBody>
      </p:sp>
      <p:sp>
        <p:nvSpPr>
          <p:cNvPr id="11" name="Espace réservé du texte 7">
            <a:extLst>
              <a:ext uri="{FF2B5EF4-FFF2-40B4-BE49-F238E27FC236}">
                <a16:creationId xmlns:a16="http://schemas.microsoft.com/office/drawing/2014/main" id="{4A4E6ABA-0B7A-3D2F-9E93-AD6393F2D15D}"/>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12" name="Rectangle 11">
            <a:extLst>
              <a:ext uri="{FF2B5EF4-FFF2-40B4-BE49-F238E27FC236}">
                <a16:creationId xmlns:a16="http://schemas.microsoft.com/office/drawing/2014/main" id="{3302662B-5823-1630-3E87-EC8845B91169}"/>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13" name="logo">
            <a:extLst>
              <a:ext uri="{FF2B5EF4-FFF2-40B4-BE49-F238E27FC236}">
                <a16:creationId xmlns:a16="http://schemas.microsoft.com/office/drawing/2014/main" id="{F5C0A1D5-5778-9FE4-2F0E-8CCFE87461B7}"/>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704924130"/>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Disposition personnalisée">
    <p:bg>
      <p:bgPr>
        <a:solidFill>
          <a:schemeClr val="accent6"/>
        </a:solidFill>
        <a:effectLst/>
      </p:bgPr>
    </p:bg>
    <p:spTree>
      <p:nvGrpSpPr>
        <p:cNvPr id="1" name=""/>
        <p:cNvGrpSpPr/>
        <p:nvPr/>
      </p:nvGrpSpPr>
      <p:grpSpPr>
        <a:xfrm>
          <a:off x="0" y="0"/>
          <a:ext cx="0" cy="0"/>
          <a:chOff x="0" y="0"/>
          <a:chExt cx="0" cy="0"/>
        </a:xfrm>
      </p:grpSpPr>
      <p:sp>
        <p:nvSpPr>
          <p:cNvPr id="4" name="Text 10">
            <a:extLst>
              <a:ext uri="{FF2B5EF4-FFF2-40B4-BE49-F238E27FC236}">
                <a16:creationId xmlns:a16="http://schemas.microsoft.com/office/drawing/2014/main" id="{9DF22882-1138-0C24-C6B0-8ECC740F0867}"/>
              </a:ext>
            </a:extLst>
          </p:cNvPr>
          <p:cNvSpPr/>
          <p:nvPr userDrawn="1"/>
        </p:nvSpPr>
        <p:spPr>
          <a:xfrm>
            <a:off x="608883" y="2499973"/>
            <a:ext cx="6030995" cy="1244048"/>
          </a:xfrm>
          <a:prstGeom prst="rect">
            <a:avLst/>
          </a:prstGeom>
          <a:noFill/>
          <a:ln/>
        </p:spPr>
        <p:txBody>
          <a:bodyPr wrap="square" lIns="0" tIns="0" rIns="0" bIns="0" rtlCol="0" anchor="t"/>
          <a:lstStyle/>
          <a:p>
            <a:pPr>
              <a:lnSpc>
                <a:spcPts val="4800"/>
              </a:lnSpc>
            </a:pPr>
            <a:endParaRPr lang="en-US" sz="3750" b="1">
              <a:solidFill>
                <a:srgbClr val="F5F5F7">
                  <a:alpha val="100000"/>
                </a:srgbClr>
              </a:solidFill>
              <a:latin typeface="Open Sans Extrabold" panose="020B0606030504020204" pitchFamily="34" charset="0"/>
              <a:ea typeface="Open Sans Extrabold" panose="020B0606030504020204" pitchFamily="34" charset="0"/>
              <a:cs typeface="Open Sans Extrabold" panose="020B0606030504020204" pitchFamily="34" charset="0"/>
            </a:endParaRPr>
          </a:p>
        </p:txBody>
      </p:sp>
      <p:sp>
        <p:nvSpPr>
          <p:cNvPr id="5" name="Text 13">
            <a:extLst>
              <a:ext uri="{FF2B5EF4-FFF2-40B4-BE49-F238E27FC236}">
                <a16:creationId xmlns:a16="http://schemas.microsoft.com/office/drawing/2014/main" id="{689FDDC0-6E35-9ABC-E2DC-2DF3368DD4E8}"/>
              </a:ext>
            </a:extLst>
          </p:cNvPr>
          <p:cNvSpPr/>
          <p:nvPr userDrawn="1"/>
        </p:nvSpPr>
        <p:spPr>
          <a:xfrm>
            <a:off x="608883" y="3870098"/>
            <a:ext cx="4276201" cy="269642"/>
          </a:xfrm>
          <a:prstGeom prst="rect">
            <a:avLst/>
          </a:prstGeom>
          <a:noFill/>
          <a:ln>
            <a:noFill/>
          </a:ln>
        </p:spPr>
        <p:txBody>
          <a:bodyPr wrap="square" lIns="0" tIns="0" rIns="0" bIns="0" rtlCol="0" anchor="t"/>
          <a:lstStyle/>
          <a:p>
            <a:pPr>
              <a:lnSpc>
                <a:spcPts val="1904"/>
              </a:lnSpc>
            </a:pPr>
            <a:endParaRPr lang="en-US" sz="1400">
              <a:solidFill>
                <a:srgbClr val="D6D8F4"/>
              </a:solidFill>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6" name="Espace réservé du texte 14">
            <a:extLst>
              <a:ext uri="{FF2B5EF4-FFF2-40B4-BE49-F238E27FC236}">
                <a16:creationId xmlns:a16="http://schemas.microsoft.com/office/drawing/2014/main" id="{5BA7EBC7-97CC-3419-992B-B96340D88792}"/>
              </a:ext>
            </a:extLst>
          </p:cNvPr>
          <p:cNvSpPr>
            <a:spLocks noGrp="1"/>
          </p:cNvSpPr>
          <p:nvPr>
            <p:ph type="body" sz="quarter" idx="15" hasCustomPrompt="1"/>
          </p:nvPr>
        </p:nvSpPr>
        <p:spPr>
          <a:xfrm>
            <a:off x="750193" y="3422274"/>
            <a:ext cx="2254264" cy="407270"/>
          </a:xfrm>
          <a:prstGeom prst="rect">
            <a:avLst/>
          </a:prstGeom>
        </p:spPr>
        <p:txBody>
          <a:bodyPr/>
          <a:lstStyle>
            <a:lvl1pPr marL="0" indent="0">
              <a:buNone/>
              <a:defRPr sz="1600" b="1" i="0" baseline="0">
                <a:solidFill>
                  <a:srgbClr val="F6F6F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7" name="Espace réservé du texte 14">
            <a:extLst>
              <a:ext uri="{FF2B5EF4-FFF2-40B4-BE49-F238E27FC236}">
                <a16:creationId xmlns:a16="http://schemas.microsoft.com/office/drawing/2014/main" id="{F9DC2111-2EDC-F0DE-D36F-26E34CC917BC}"/>
              </a:ext>
            </a:extLst>
          </p:cNvPr>
          <p:cNvSpPr>
            <a:spLocks noGrp="1"/>
          </p:cNvSpPr>
          <p:nvPr>
            <p:ph type="body" sz="quarter" idx="16" hasCustomPrompt="1"/>
          </p:nvPr>
        </p:nvSpPr>
        <p:spPr>
          <a:xfrm>
            <a:off x="750193" y="3854982"/>
            <a:ext cx="2254264" cy="767428"/>
          </a:xfrm>
          <a:prstGeom prst="rect">
            <a:avLst/>
          </a:prstGeom>
        </p:spPr>
        <p:txBody>
          <a:bodyPr/>
          <a:lstStyle>
            <a:lvl1pPr marL="0" indent="0">
              <a:buNone/>
              <a:defRPr sz="1050" b="0" i="0" baseline="0">
                <a:solidFill>
                  <a:schemeClr val="tx1">
                    <a:lumMod val="25000"/>
                    <a:lumOff val="7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du texte</a:t>
            </a:r>
          </a:p>
        </p:txBody>
      </p:sp>
      <p:sp>
        <p:nvSpPr>
          <p:cNvPr id="8" name="Espace réservé du texte 14">
            <a:extLst>
              <a:ext uri="{FF2B5EF4-FFF2-40B4-BE49-F238E27FC236}">
                <a16:creationId xmlns:a16="http://schemas.microsoft.com/office/drawing/2014/main" id="{3043EEA6-9107-CA6D-5250-57DBAD2C3A07}"/>
              </a:ext>
            </a:extLst>
          </p:cNvPr>
          <p:cNvSpPr>
            <a:spLocks noGrp="1"/>
          </p:cNvSpPr>
          <p:nvPr>
            <p:ph type="body" sz="quarter" idx="17" hasCustomPrompt="1"/>
          </p:nvPr>
        </p:nvSpPr>
        <p:spPr>
          <a:xfrm>
            <a:off x="3538822" y="3414109"/>
            <a:ext cx="2254264" cy="407270"/>
          </a:xfrm>
          <a:prstGeom prst="rect">
            <a:avLst/>
          </a:prstGeom>
        </p:spPr>
        <p:txBody>
          <a:bodyPr/>
          <a:lstStyle>
            <a:lvl1pPr marL="0" indent="0">
              <a:buNone/>
              <a:defRPr sz="1600" b="1" i="0" baseline="0">
                <a:solidFill>
                  <a:srgbClr val="F6F6F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9" name="Espace réservé du texte 14">
            <a:extLst>
              <a:ext uri="{FF2B5EF4-FFF2-40B4-BE49-F238E27FC236}">
                <a16:creationId xmlns:a16="http://schemas.microsoft.com/office/drawing/2014/main" id="{D5BFF9E4-BD1B-90DF-B347-185F5E2AB21D}"/>
              </a:ext>
            </a:extLst>
          </p:cNvPr>
          <p:cNvSpPr>
            <a:spLocks noGrp="1"/>
          </p:cNvSpPr>
          <p:nvPr>
            <p:ph type="body" sz="quarter" idx="18" hasCustomPrompt="1"/>
          </p:nvPr>
        </p:nvSpPr>
        <p:spPr>
          <a:xfrm>
            <a:off x="3538822" y="3846817"/>
            <a:ext cx="2254264" cy="767428"/>
          </a:xfrm>
          <a:prstGeom prst="rect">
            <a:avLst/>
          </a:prstGeom>
        </p:spPr>
        <p:txBody>
          <a:bodyPr/>
          <a:lstStyle>
            <a:lvl1pPr marL="0" indent="0">
              <a:buNone/>
              <a:defRPr sz="1050" b="0" i="0" baseline="0">
                <a:solidFill>
                  <a:schemeClr val="tx1">
                    <a:lumMod val="25000"/>
                    <a:lumOff val="7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du texte</a:t>
            </a:r>
          </a:p>
        </p:txBody>
      </p:sp>
      <p:sp>
        <p:nvSpPr>
          <p:cNvPr id="10" name="Text 13">
            <a:extLst>
              <a:ext uri="{FF2B5EF4-FFF2-40B4-BE49-F238E27FC236}">
                <a16:creationId xmlns:a16="http://schemas.microsoft.com/office/drawing/2014/main" id="{698270F2-C8B3-D9E9-6B3C-283EB9FABC65}"/>
              </a:ext>
            </a:extLst>
          </p:cNvPr>
          <p:cNvSpPr/>
          <p:nvPr userDrawn="1"/>
        </p:nvSpPr>
        <p:spPr>
          <a:xfrm>
            <a:off x="5985461" y="3870098"/>
            <a:ext cx="4276201" cy="269642"/>
          </a:xfrm>
          <a:prstGeom prst="rect">
            <a:avLst/>
          </a:prstGeom>
          <a:noFill/>
          <a:ln>
            <a:noFill/>
          </a:ln>
        </p:spPr>
        <p:txBody>
          <a:bodyPr wrap="square" lIns="0" tIns="0" rIns="0" bIns="0" rtlCol="0" anchor="t"/>
          <a:lstStyle/>
          <a:p>
            <a:pPr>
              <a:lnSpc>
                <a:spcPts val="1904"/>
              </a:lnSpc>
            </a:pPr>
            <a:endParaRPr lang="en-US" sz="1400">
              <a:solidFill>
                <a:srgbClr val="D6D8F4"/>
              </a:solidFill>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11" name="Espace réservé du texte 14">
            <a:extLst>
              <a:ext uri="{FF2B5EF4-FFF2-40B4-BE49-F238E27FC236}">
                <a16:creationId xmlns:a16="http://schemas.microsoft.com/office/drawing/2014/main" id="{3516ACD2-A56A-A780-5323-AEDDD2231BF2}"/>
              </a:ext>
            </a:extLst>
          </p:cNvPr>
          <p:cNvSpPr>
            <a:spLocks noGrp="1"/>
          </p:cNvSpPr>
          <p:nvPr>
            <p:ph type="body" sz="quarter" idx="20" hasCustomPrompt="1"/>
          </p:nvPr>
        </p:nvSpPr>
        <p:spPr>
          <a:xfrm>
            <a:off x="6321470" y="3422275"/>
            <a:ext cx="2254264" cy="407270"/>
          </a:xfrm>
          <a:prstGeom prst="rect">
            <a:avLst/>
          </a:prstGeom>
        </p:spPr>
        <p:txBody>
          <a:bodyPr/>
          <a:lstStyle>
            <a:lvl1pPr marL="0" indent="0">
              <a:buNone/>
              <a:defRPr sz="1600" b="1" i="0" baseline="0">
                <a:solidFill>
                  <a:srgbClr val="F6F6F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12" name="Espace réservé du texte 14">
            <a:extLst>
              <a:ext uri="{FF2B5EF4-FFF2-40B4-BE49-F238E27FC236}">
                <a16:creationId xmlns:a16="http://schemas.microsoft.com/office/drawing/2014/main" id="{21D5A405-508A-E0F7-010F-6C569AF2D8CB}"/>
              </a:ext>
            </a:extLst>
          </p:cNvPr>
          <p:cNvSpPr>
            <a:spLocks noGrp="1"/>
          </p:cNvSpPr>
          <p:nvPr>
            <p:ph type="body" sz="quarter" idx="21" hasCustomPrompt="1"/>
          </p:nvPr>
        </p:nvSpPr>
        <p:spPr>
          <a:xfrm>
            <a:off x="6321470" y="3854982"/>
            <a:ext cx="2254264" cy="767428"/>
          </a:xfrm>
          <a:prstGeom prst="rect">
            <a:avLst/>
          </a:prstGeom>
        </p:spPr>
        <p:txBody>
          <a:bodyPr/>
          <a:lstStyle>
            <a:lvl1pPr marL="0" indent="0">
              <a:buNone/>
              <a:defRPr sz="1050" b="0" i="0" baseline="0">
                <a:solidFill>
                  <a:schemeClr val="tx1">
                    <a:lumMod val="25000"/>
                    <a:lumOff val="7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du texte</a:t>
            </a:r>
          </a:p>
        </p:txBody>
      </p:sp>
      <p:sp>
        <p:nvSpPr>
          <p:cNvPr id="13" name="Espace réservé du texte 14">
            <a:extLst>
              <a:ext uri="{FF2B5EF4-FFF2-40B4-BE49-F238E27FC236}">
                <a16:creationId xmlns:a16="http://schemas.microsoft.com/office/drawing/2014/main" id="{D4C92B0B-607F-29AB-9B07-C7AF86A144DA}"/>
              </a:ext>
            </a:extLst>
          </p:cNvPr>
          <p:cNvSpPr>
            <a:spLocks noGrp="1"/>
          </p:cNvSpPr>
          <p:nvPr>
            <p:ph type="body" sz="quarter" idx="23" hasCustomPrompt="1"/>
          </p:nvPr>
        </p:nvSpPr>
        <p:spPr>
          <a:xfrm>
            <a:off x="9083445" y="3414110"/>
            <a:ext cx="2254264" cy="407270"/>
          </a:xfrm>
          <a:prstGeom prst="rect">
            <a:avLst/>
          </a:prstGeom>
        </p:spPr>
        <p:txBody>
          <a:bodyPr/>
          <a:lstStyle>
            <a:lvl1pPr marL="0" indent="0">
              <a:buNone/>
              <a:defRPr sz="1600" b="1" i="0" baseline="0">
                <a:solidFill>
                  <a:srgbClr val="F6F6F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14" name="Espace réservé du texte 14">
            <a:extLst>
              <a:ext uri="{FF2B5EF4-FFF2-40B4-BE49-F238E27FC236}">
                <a16:creationId xmlns:a16="http://schemas.microsoft.com/office/drawing/2014/main" id="{2E561F21-3FB3-1794-21A9-D07BFDFBD665}"/>
              </a:ext>
            </a:extLst>
          </p:cNvPr>
          <p:cNvSpPr>
            <a:spLocks noGrp="1"/>
          </p:cNvSpPr>
          <p:nvPr>
            <p:ph type="body" sz="quarter" idx="24" hasCustomPrompt="1"/>
          </p:nvPr>
        </p:nvSpPr>
        <p:spPr>
          <a:xfrm>
            <a:off x="9083445" y="3846818"/>
            <a:ext cx="2254264" cy="767428"/>
          </a:xfrm>
          <a:prstGeom prst="rect">
            <a:avLst/>
          </a:prstGeom>
        </p:spPr>
        <p:txBody>
          <a:bodyPr/>
          <a:lstStyle>
            <a:lvl1pPr marL="0" indent="0">
              <a:buNone/>
              <a:defRPr sz="1050" b="0" i="0" baseline="0">
                <a:solidFill>
                  <a:schemeClr val="tx1">
                    <a:lumMod val="25000"/>
                    <a:lumOff val="7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du texte</a:t>
            </a:r>
          </a:p>
        </p:txBody>
      </p:sp>
      <p:sp>
        <p:nvSpPr>
          <p:cNvPr id="15" name="Espace réservé du texte 14">
            <a:extLst>
              <a:ext uri="{FF2B5EF4-FFF2-40B4-BE49-F238E27FC236}">
                <a16:creationId xmlns:a16="http://schemas.microsoft.com/office/drawing/2014/main" id="{1277AD14-72FF-BA8B-C113-ADE730E98E1F}"/>
              </a:ext>
            </a:extLst>
          </p:cNvPr>
          <p:cNvSpPr>
            <a:spLocks noGrp="1"/>
          </p:cNvSpPr>
          <p:nvPr>
            <p:ph type="body" sz="quarter" idx="12" hasCustomPrompt="1"/>
          </p:nvPr>
        </p:nvSpPr>
        <p:spPr>
          <a:xfrm>
            <a:off x="750193" y="2305619"/>
            <a:ext cx="1186097" cy="471299"/>
          </a:xfrm>
          <a:prstGeom prst="rect">
            <a:avLst/>
          </a:prstGeom>
        </p:spPr>
        <p:txBody>
          <a:bodyPr anchor="ctr"/>
          <a:lstStyle>
            <a:lvl1pPr marL="0" indent="0" algn="ctr">
              <a:buNone/>
              <a:defRPr sz="1750" b="0" i="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t>
            </a:r>
          </a:p>
          <a:p>
            <a:pPr lvl="0"/>
            <a:endParaRPr lang="fr-FR"/>
          </a:p>
        </p:txBody>
      </p:sp>
      <p:sp>
        <p:nvSpPr>
          <p:cNvPr id="16" name="Espace réservé du texte 14">
            <a:extLst>
              <a:ext uri="{FF2B5EF4-FFF2-40B4-BE49-F238E27FC236}">
                <a16:creationId xmlns:a16="http://schemas.microsoft.com/office/drawing/2014/main" id="{29A87E06-4A58-13B2-9227-F28BA9F6574C}"/>
              </a:ext>
            </a:extLst>
          </p:cNvPr>
          <p:cNvSpPr>
            <a:spLocks noGrp="1"/>
          </p:cNvSpPr>
          <p:nvPr>
            <p:ph type="body" sz="quarter" idx="19" hasCustomPrompt="1"/>
          </p:nvPr>
        </p:nvSpPr>
        <p:spPr>
          <a:xfrm>
            <a:off x="3538822" y="2264323"/>
            <a:ext cx="1186097" cy="471299"/>
          </a:xfrm>
          <a:prstGeom prst="rect">
            <a:avLst/>
          </a:prstGeom>
        </p:spPr>
        <p:txBody>
          <a:bodyPr anchor="ctr"/>
          <a:lstStyle>
            <a:lvl1pPr marL="0" indent="0" algn="ctr">
              <a:buNone/>
              <a:defRPr sz="1750" b="0" i="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t>
            </a:r>
          </a:p>
        </p:txBody>
      </p:sp>
      <p:sp>
        <p:nvSpPr>
          <p:cNvPr id="17" name="Espace réservé du texte 14">
            <a:extLst>
              <a:ext uri="{FF2B5EF4-FFF2-40B4-BE49-F238E27FC236}">
                <a16:creationId xmlns:a16="http://schemas.microsoft.com/office/drawing/2014/main" id="{84C5DD38-F7C7-5184-A573-728B988D44D3}"/>
              </a:ext>
            </a:extLst>
          </p:cNvPr>
          <p:cNvSpPr>
            <a:spLocks noGrp="1"/>
          </p:cNvSpPr>
          <p:nvPr>
            <p:ph type="body" sz="quarter" idx="22" hasCustomPrompt="1"/>
          </p:nvPr>
        </p:nvSpPr>
        <p:spPr>
          <a:xfrm>
            <a:off x="6321470" y="2297455"/>
            <a:ext cx="1186097" cy="471299"/>
          </a:xfrm>
          <a:prstGeom prst="rect">
            <a:avLst/>
          </a:prstGeom>
        </p:spPr>
        <p:txBody>
          <a:bodyPr anchor="ctr"/>
          <a:lstStyle>
            <a:lvl1pPr marL="0" indent="0" algn="ctr">
              <a:buNone/>
              <a:defRPr sz="1750" b="0" i="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t>
            </a:r>
          </a:p>
        </p:txBody>
      </p:sp>
      <p:sp>
        <p:nvSpPr>
          <p:cNvPr id="18" name="Espace réservé du texte 14">
            <a:extLst>
              <a:ext uri="{FF2B5EF4-FFF2-40B4-BE49-F238E27FC236}">
                <a16:creationId xmlns:a16="http://schemas.microsoft.com/office/drawing/2014/main" id="{EA14571E-02BF-3C95-63FD-128BC43D8E32}"/>
              </a:ext>
            </a:extLst>
          </p:cNvPr>
          <p:cNvSpPr>
            <a:spLocks noGrp="1"/>
          </p:cNvSpPr>
          <p:nvPr>
            <p:ph type="body" sz="quarter" idx="25" hasCustomPrompt="1"/>
          </p:nvPr>
        </p:nvSpPr>
        <p:spPr>
          <a:xfrm>
            <a:off x="9083445" y="2305619"/>
            <a:ext cx="1186097" cy="471299"/>
          </a:xfrm>
          <a:prstGeom prst="rect">
            <a:avLst/>
          </a:prstGeom>
        </p:spPr>
        <p:txBody>
          <a:bodyPr anchor="ctr"/>
          <a:lstStyle>
            <a:lvl1pPr marL="0" indent="0" algn="ctr">
              <a:buNone/>
              <a:defRPr sz="1750" b="0" i="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t>
            </a:r>
          </a:p>
        </p:txBody>
      </p:sp>
      <p:sp>
        <p:nvSpPr>
          <p:cNvPr id="20" name="Espace réservé du texte 7">
            <a:extLst>
              <a:ext uri="{FF2B5EF4-FFF2-40B4-BE49-F238E27FC236}">
                <a16:creationId xmlns:a16="http://schemas.microsoft.com/office/drawing/2014/main" id="{84ACEA28-64D1-0F1D-4853-5AE7D5A1BF34}"/>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2" name="Titre 1">
            <a:extLst>
              <a:ext uri="{FF2B5EF4-FFF2-40B4-BE49-F238E27FC236}">
                <a16:creationId xmlns:a16="http://schemas.microsoft.com/office/drawing/2014/main" id="{F813B63F-8673-CEBB-D1E0-5B743ABB200D}"/>
              </a:ext>
            </a:extLst>
          </p:cNvPr>
          <p:cNvSpPr>
            <a:spLocks noGrp="1"/>
          </p:cNvSpPr>
          <p:nvPr>
            <p:ph type="title"/>
          </p:nvPr>
        </p:nvSpPr>
        <p:spPr>
          <a:xfrm>
            <a:off x="2279650" y="202559"/>
            <a:ext cx="9058059" cy="1059607"/>
          </a:xfrm>
        </p:spPr>
        <p:txBody>
          <a:bodyPr/>
          <a:lstStyle>
            <a:lvl1pPr>
              <a:defRPr>
                <a:solidFill>
                  <a:srgbClr val="FFFFFF"/>
                </a:solidFill>
              </a:defRPr>
            </a:lvl1pPr>
          </a:lstStyle>
          <a:p>
            <a:r>
              <a:rPr lang="fr-FR"/>
              <a:t>Modifiez le style du titre</a:t>
            </a:r>
          </a:p>
        </p:txBody>
      </p:sp>
      <p:sp>
        <p:nvSpPr>
          <p:cNvPr id="21" name="Rectangle 20">
            <a:extLst>
              <a:ext uri="{FF2B5EF4-FFF2-40B4-BE49-F238E27FC236}">
                <a16:creationId xmlns:a16="http://schemas.microsoft.com/office/drawing/2014/main" id="{BED0C9A0-00B2-E5E3-C01F-5BDA0DB53A97}"/>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22" name="logo">
            <a:extLst>
              <a:ext uri="{FF2B5EF4-FFF2-40B4-BE49-F238E27FC236}">
                <a16:creationId xmlns:a16="http://schemas.microsoft.com/office/drawing/2014/main" id="{B81419D0-9F3C-8DC4-BF92-A99AC025A0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349734818"/>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Disposition personnalisée">
    <p:bg>
      <p:bgPr>
        <a:solidFill>
          <a:schemeClr val="accent6"/>
        </a:solidFill>
        <a:effectLst/>
      </p:bgPr>
    </p:bg>
    <p:spTree>
      <p:nvGrpSpPr>
        <p:cNvPr id="1" name=""/>
        <p:cNvGrpSpPr/>
        <p:nvPr/>
      </p:nvGrpSpPr>
      <p:grpSpPr>
        <a:xfrm>
          <a:off x="0" y="0"/>
          <a:ext cx="0" cy="0"/>
          <a:chOff x="0" y="0"/>
          <a:chExt cx="0" cy="0"/>
        </a:xfrm>
      </p:grpSpPr>
      <p:sp>
        <p:nvSpPr>
          <p:cNvPr id="4" name="Circle">
            <a:extLst>
              <a:ext uri="{FF2B5EF4-FFF2-40B4-BE49-F238E27FC236}">
                <a16:creationId xmlns:a16="http://schemas.microsoft.com/office/drawing/2014/main" id="{226E6282-67E4-5AC6-1481-BEE8879EBE4C}"/>
              </a:ext>
            </a:extLst>
          </p:cNvPr>
          <p:cNvSpPr/>
          <p:nvPr userDrawn="1"/>
        </p:nvSpPr>
        <p:spPr>
          <a:xfrm>
            <a:off x="1265465" y="847134"/>
            <a:ext cx="5202465" cy="5202465"/>
          </a:xfrm>
          <a:prstGeom prst="ellipse">
            <a:avLst/>
          </a:prstGeom>
          <a:solidFill>
            <a:srgbClr val="EFF2FF"/>
          </a:solidFill>
          <a:ln w="12700">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5" name="Circle">
            <a:extLst>
              <a:ext uri="{FF2B5EF4-FFF2-40B4-BE49-F238E27FC236}">
                <a16:creationId xmlns:a16="http://schemas.microsoft.com/office/drawing/2014/main" id="{2B3494CB-F02B-8C58-5F3C-CBF26C73F41B}"/>
              </a:ext>
            </a:extLst>
          </p:cNvPr>
          <p:cNvSpPr/>
          <p:nvPr userDrawn="1"/>
        </p:nvSpPr>
        <p:spPr>
          <a:xfrm>
            <a:off x="5152707" y="847134"/>
            <a:ext cx="5202465" cy="5202465"/>
          </a:xfrm>
          <a:prstGeom prst="ellipse">
            <a:avLst/>
          </a:prstGeom>
          <a:solidFill>
            <a:schemeClr val="accent4"/>
          </a:solidFill>
          <a:ln w="12700">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6" name="Ellipse 5">
            <a:extLst>
              <a:ext uri="{FF2B5EF4-FFF2-40B4-BE49-F238E27FC236}">
                <a16:creationId xmlns:a16="http://schemas.microsoft.com/office/drawing/2014/main" id="{3E43C83A-3F5D-D939-2084-48641BB437CC}"/>
              </a:ext>
            </a:extLst>
          </p:cNvPr>
          <p:cNvSpPr/>
          <p:nvPr userDrawn="1"/>
        </p:nvSpPr>
        <p:spPr>
          <a:xfrm>
            <a:off x="5386135" y="5169361"/>
            <a:ext cx="919721" cy="919722"/>
          </a:xfrm>
          <a:prstGeom prst="ellipse">
            <a:avLst/>
          </a:prstGeom>
          <a:solidFill>
            <a:schemeClr val="accent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7" name="Espace réservé du texte 14">
            <a:extLst>
              <a:ext uri="{FF2B5EF4-FFF2-40B4-BE49-F238E27FC236}">
                <a16:creationId xmlns:a16="http://schemas.microsoft.com/office/drawing/2014/main" id="{AA57A459-EADE-ECE1-77AB-B5B934E9E47B}"/>
              </a:ext>
            </a:extLst>
          </p:cNvPr>
          <p:cNvSpPr>
            <a:spLocks noGrp="1"/>
          </p:cNvSpPr>
          <p:nvPr>
            <p:ph type="body" sz="quarter" idx="23" hasCustomPrompt="1"/>
          </p:nvPr>
        </p:nvSpPr>
        <p:spPr>
          <a:xfrm>
            <a:off x="1836829" y="2130353"/>
            <a:ext cx="2939279" cy="956257"/>
          </a:xfrm>
          <a:prstGeom prst="rect">
            <a:avLst/>
          </a:prstGeom>
        </p:spPr>
        <p:txBody>
          <a:bodyPr/>
          <a:lstStyle>
            <a:lvl1pPr marL="0" indent="0" algn="l">
              <a:lnSpc>
                <a:spcPct val="100000"/>
              </a:lnSpc>
              <a:buNone/>
              <a:defRPr sz="225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Titre</a:t>
            </a:r>
          </a:p>
        </p:txBody>
      </p:sp>
      <p:sp>
        <p:nvSpPr>
          <p:cNvPr id="8" name="Espace réservé du texte 14">
            <a:extLst>
              <a:ext uri="{FF2B5EF4-FFF2-40B4-BE49-F238E27FC236}">
                <a16:creationId xmlns:a16="http://schemas.microsoft.com/office/drawing/2014/main" id="{762F973C-9C80-D933-775D-D9846740B224}"/>
              </a:ext>
            </a:extLst>
          </p:cNvPr>
          <p:cNvSpPr>
            <a:spLocks noGrp="1"/>
          </p:cNvSpPr>
          <p:nvPr>
            <p:ph type="body" sz="quarter" idx="24" hasCustomPrompt="1"/>
          </p:nvPr>
        </p:nvSpPr>
        <p:spPr>
          <a:xfrm>
            <a:off x="1836171" y="3288259"/>
            <a:ext cx="3187472" cy="1610313"/>
          </a:xfrm>
          <a:prstGeom prst="rect">
            <a:avLst/>
          </a:prstGeom>
        </p:spPr>
        <p:txBody>
          <a:bodyPr/>
          <a:lstStyle>
            <a:lvl1pPr marL="0" indent="0" algn="l">
              <a:buNone/>
              <a:defRPr sz="1250" baseline="0">
                <a:solidFill>
                  <a:schemeClr val="tx1">
                    <a:lumMod val="75000"/>
                    <a:lumOff val="2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9" name="Espace réservé du texte 14">
            <a:extLst>
              <a:ext uri="{FF2B5EF4-FFF2-40B4-BE49-F238E27FC236}">
                <a16:creationId xmlns:a16="http://schemas.microsoft.com/office/drawing/2014/main" id="{5067C84C-F5B9-43D8-456D-205A47878329}"/>
              </a:ext>
            </a:extLst>
          </p:cNvPr>
          <p:cNvSpPr>
            <a:spLocks noGrp="1"/>
          </p:cNvSpPr>
          <p:nvPr>
            <p:ph type="body" sz="quarter" idx="26" hasCustomPrompt="1"/>
          </p:nvPr>
        </p:nvSpPr>
        <p:spPr>
          <a:xfrm>
            <a:off x="6191272" y="3121335"/>
            <a:ext cx="3187472" cy="2048026"/>
          </a:xfrm>
          <a:prstGeom prst="rect">
            <a:avLst/>
          </a:prstGeom>
        </p:spPr>
        <p:txBody>
          <a:bodyPr/>
          <a:lstStyle>
            <a:lvl1pPr marL="0" indent="0" algn="l">
              <a:buNone/>
              <a:defRPr sz="12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 Cliquez pour ajouter du texte</a:t>
            </a:r>
          </a:p>
          <a:p>
            <a:pPr marL="0" marR="0" lvl="0" indent="0" algn="l" defTabSz="412750" rtl="0" eaLnBrk="1" fontAlgn="auto" latinLnBrk="0" hangingPunct="1">
              <a:lnSpc>
                <a:spcPct val="150000"/>
              </a:lnSpc>
              <a:spcBef>
                <a:spcPts val="0"/>
              </a:spcBef>
              <a:spcAft>
                <a:spcPts val="0"/>
              </a:spcAft>
              <a:buClrTx/>
              <a:buSzPct val="125000"/>
              <a:buFontTx/>
              <a:buNone/>
              <a:tabLst/>
              <a:defRPr/>
            </a:pPr>
            <a:r>
              <a:rPr lang="fr-FR"/>
              <a:t>- Cliquez pour ajouter du texte</a:t>
            </a:r>
          </a:p>
          <a:p>
            <a:pPr marL="0" marR="0" lvl="0" indent="0" algn="l" defTabSz="412750" rtl="0" eaLnBrk="1" fontAlgn="auto" latinLnBrk="0" hangingPunct="1">
              <a:lnSpc>
                <a:spcPct val="150000"/>
              </a:lnSpc>
              <a:spcBef>
                <a:spcPts val="0"/>
              </a:spcBef>
              <a:spcAft>
                <a:spcPts val="0"/>
              </a:spcAft>
              <a:buClrTx/>
              <a:buSzPct val="125000"/>
              <a:buFontTx/>
              <a:buNone/>
              <a:tabLst/>
              <a:defRPr/>
            </a:pPr>
            <a:r>
              <a:rPr lang="fr-FR"/>
              <a:t>- Cliquez pour ajouter du texte</a:t>
            </a:r>
          </a:p>
          <a:p>
            <a:pPr marL="0" marR="0" lvl="0" indent="0" algn="l" defTabSz="412750" rtl="0" eaLnBrk="1" fontAlgn="auto" latinLnBrk="0" hangingPunct="1">
              <a:lnSpc>
                <a:spcPct val="150000"/>
              </a:lnSpc>
              <a:spcBef>
                <a:spcPts val="0"/>
              </a:spcBef>
              <a:spcAft>
                <a:spcPts val="0"/>
              </a:spcAft>
              <a:buClrTx/>
              <a:buSzPct val="125000"/>
              <a:buFontTx/>
              <a:buNone/>
              <a:tabLst/>
              <a:defRPr/>
            </a:pPr>
            <a:r>
              <a:rPr lang="fr-FR"/>
              <a:t>- Cliquez pour ajouter du texte</a:t>
            </a:r>
          </a:p>
          <a:p>
            <a:pPr marL="0" marR="0" lvl="0" indent="0" algn="l" defTabSz="412750" rtl="0" eaLnBrk="1" fontAlgn="auto" latinLnBrk="0" hangingPunct="1">
              <a:lnSpc>
                <a:spcPct val="150000"/>
              </a:lnSpc>
              <a:spcBef>
                <a:spcPts val="0"/>
              </a:spcBef>
              <a:spcAft>
                <a:spcPts val="0"/>
              </a:spcAft>
              <a:buClrTx/>
              <a:buSzPct val="125000"/>
              <a:buFontTx/>
              <a:buNone/>
              <a:tabLst/>
              <a:defRPr/>
            </a:pPr>
            <a:r>
              <a:rPr lang="fr-FR"/>
              <a:t>- Cliquez pour ajouter du texte</a:t>
            </a:r>
          </a:p>
          <a:p>
            <a:pPr marL="0" marR="0" lvl="0" indent="0" algn="l" defTabSz="412750" rtl="0" eaLnBrk="1" fontAlgn="auto" latinLnBrk="0" hangingPunct="1">
              <a:lnSpc>
                <a:spcPct val="150000"/>
              </a:lnSpc>
              <a:spcBef>
                <a:spcPts val="0"/>
              </a:spcBef>
              <a:spcAft>
                <a:spcPts val="0"/>
              </a:spcAft>
              <a:buClrTx/>
              <a:buSzPct val="125000"/>
              <a:buFontTx/>
              <a:buNone/>
              <a:tabLst/>
              <a:defRPr/>
            </a:pPr>
            <a:r>
              <a:rPr lang="fr-FR"/>
              <a:t>- Cliquez pour ajouter du texte</a:t>
            </a:r>
          </a:p>
          <a:p>
            <a:pPr lvl="0"/>
            <a:endParaRPr lang="fr-FR"/>
          </a:p>
        </p:txBody>
      </p:sp>
      <p:sp>
        <p:nvSpPr>
          <p:cNvPr id="10" name="Espace réservé du texte 7">
            <a:extLst>
              <a:ext uri="{FF2B5EF4-FFF2-40B4-BE49-F238E27FC236}">
                <a16:creationId xmlns:a16="http://schemas.microsoft.com/office/drawing/2014/main" id="{5E9BEC7D-CBF8-251B-E0CD-12C1844F0BE6}"/>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2" name="Espace réservé du texte 14">
            <a:extLst>
              <a:ext uri="{FF2B5EF4-FFF2-40B4-BE49-F238E27FC236}">
                <a16:creationId xmlns:a16="http://schemas.microsoft.com/office/drawing/2014/main" id="{DEE96696-ECD3-50EB-346D-3C9DCCA46D7E}"/>
              </a:ext>
            </a:extLst>
          </p:cNvPr>
          <p:cNvSpPr>
            <a:spLocks noGrp="1"/>
          </p:cNvSpPr>
          <p:nvPr>
            <p:ph type="body" sz="quarter" idx="27" hasCustomPrompt="1"/>
          </p:nvPr>
        </p:nvSpPr>
        <p:spPr>
          <a:xfrm>
            <a:off x="6191271" y="1960338"/>
            <a:ext cx="2939279" cy="956257"/>
          </a:xfrm>
          <a:prstGeom prst="rect">
            <a:avLst/>
          </a:prstGeom>
        </p:spPr>
        <p:txBody>
          <a:bodyPr/>
          <a:lstStyle>
            <a:lvl1pPr marL="0" indent="0" algn="l">
              <a:lnSpc>
                <a:spcPct val="100000"/>
              </a:lnSpc>
              <a:buNone/>
              <a:defRPr sz="2250" b="1" i="0" baseline="0">
                <a:solidFill>
                  <a:schemeClr val="bg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Titre</a:t>
            </a:r>
          </a:p>
        </p:txBody>
      </p:sp>
      <p:sp>
        <p:nvSpPr>
          <p:cNvPr id="12" name="Rectangle 11">
            <a:extLst>
              <a:ext uri="{FF2B5EF4-FFF2-40B4-BE49-F238E27FC236}">
                <a16:creationId xmlns:a16="http://schemas.microsoft.com/office/drawing/2014/main" id="{E6D30A06-92AC-6841-8EC7-265D4321ADE5}"/>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15" name="logo">
            <a:extLst>
              <a:ext uri="{FF2B5EF4-FFF2-40B4-BE49-F238E27FC236}">
                <a16:creationId xmlns:a16="http://schemas.microsoft.com/office/drawing/2014/main" id="{E55116AE-F857-1610-F7FC-45BD42ABF73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3015188003"/>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EP photos basses">
    <p:bg>
      <p:bgPr>
        <a:solidFill>
          <a:schemeClr val="accent6"/>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EFF7A48D-A1B9-4C93-CF0D-0E32149E4BB4}"/>
              </a:ext>
            </a:extLst>
          </p:cNvPr>
          <p:cNvSpPr>
            <a:spLocks noGrp="1"/>
          </p:cNvSpPr>
          <p:nvPr>
            <p:ph type="pic" sz="quarter" idx="13"/>
          </p:nvPr>
        </p:nvSpPr>
        <p:spPr>
          <a:xfrm>
            <a:off x="6286501" y="3890356"/>
            <a:ext cx="5270499" cy="2332643"/>
          </a:xfrm>
          <a:custGeom>
            <a:avLst/>
            <a:gdLst>
              <a:gd name="connsiteX0" fmla="*/ 0 w 10540998"/>
              <a:gd name="connsiteY0" fmla="*/ 0 h 5588000"/>
              <a:gd name="connsiteX1" fmla="*/ 10540998 w 10540998"/>
              <a:gd name="connsiteY1" fmla="*/ 0 h 5588000"/>
              <a:gd name="connsiteX2" fmla="*/ 10540998 w 10540998"/>
              <a:gd name="connsiteY2" fmla="*/ 5080009 h 5588000"/>
              <a:gd name="connsiteX3" fmla="*/ 10530678 w 10540998"/>
              <a:gd name="connsiteY3" fmla="*/ 5182378 h 5588000"/>
              <a:gd name="connsiteX4" fmla="*/ 10033000 w 10540998"/>
              <a:gd name="connsiteY4" fmla="*/ 5588000 h 5588000"/>
              <a:gd name="connsiteX5" fmla="*/ 508001 w 10540998"/>
              <a:gd name="connsiteY5" fmla="*/ 5588000 h 5588000"/>
              <a:gd name="connsiteX6" fmla="*/ 0 w 10540998"/>
              <a:gd name="connsiteY6" fmla="*/ 508000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40998" h="5588000">
                <a:moveTo>
                  <a:pt x="0" y="0"/>
                </a:moveTo>
                <a:lnTo>
                  <a:pt x="10540998" y="0"/>
                </a:lnTo>
                <a:lnTo>
                  <a:pt x="10540998" y="5080009"/>
                </a:lnTo>
                <a:lnTo>
                  <a:pt x="10530678" y="5182378"/>
                </a:lnTo>
                <a:cubicBezTo>
                  <a:pt x="10483308" y="5413863"/>
                  <a:pt x="10278486" y="5588000"/>
                  <a:pt x="10033000" y="5588000"/>
                </a:cubicBezTo>
                <a:lnTo>
                  <a:pt x="508001" y="5588000"/>
                </a:lnTo>
                <a:cubicBezTo>
                  <a:pt x="227439" y="5588000"/>
                  <a:pt x="0" y="5360556"/>
                  <a:pt x="0" y="5080000"/>
                </a:cubicBezTo>
                <a:close/>
              </a:path>
            </a:pathLst>
          </a:custGeom>
        </p:spPr>
        <p:txBody>
          <a:bodyPr wrap="square">
            <a:noAutofit/>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10" name="Picture Placeholder 9">
            <a:extLst>
              <a:ext uri="{FF2B5EF4-FFF2-40B4-BE49-F238E27FC236}">
                <a16:creationId xmlns:a16="http://schemas.microsoft.com/office/drawing/2014/main" id="{A50BD3A6-04F4-BF56-1AC8-5B7D6BC56ED3}"/>
              </a:ext>
            </a:extLst>
          </p:cNvPr>
          <p:cNvSpPr>
            <a:spLocks noGrp="1"/>
          </p:cNvSpPr>
          <p:nvPr>
            <p:ph type="pic" sz="quarter" idx="12"/>
          </p:nvPr>
        </p:nvSpPr>
        <p:spPr>
          <a:xfrm>
            <a:off x="634999" y="3890356"/>
            <a:ext cx="5270499" cy="2332643"/>
          </a:xfrm>
          <a:custGeom>
            <a:avLst/>
            <a:gdLst>
              <a:gd name="connsiteX0" fmla="*/ 0 w 10540998"/>
              <a:gd name="connsiteY0" fmla="*/ 0 h 5588000"/>
              <a:gd name="connsiteX1" fmla="*/ 10540998 w 10540998"/>
              <a:gd name="connsiteY1" fmla="*/ 0 h 5588000"/>
              <a:gd name="connsiteX2" fmla="*/ 10540998 w 10540998"/>
              <a:gd name="connsiteY2" fmla="*/ 5080009 h 5588000"/>
              <a:gd name="connsiteX3" fmla="*/ 10530678 w 10540998"/>
              <a:gd name="connsiteY3" fmla="*/ 5182378 h 5588000"/>
              <a:gd name="connsiteX4" fmla="*/ 10033000 w 10540998"/>
              <a:gd name="connsiteY4" fmla="*/ 5588000 h 5588000"/>
              <a:gd name="connsiteX5" fmla="*/ 508001 w 10540998"/>
              <a:gd name="connsiteY5" fmla="*/ 5588000 h 5588000"/>
              <a:gd name="connsiteX6" fmla="*/ 0 w 10540998"/>
              <a:gd name="connsiteY6" fmla="*/ 508000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40998" h="5588000">
                <a:moveTo>
                  <a:pt x="0" y="0"/>
                </a:moveTo>
                <a:lnTo>
                  <a:pt x="10540998" y="0"/>
                </a:lnTo>
                <a:lnTo>
                  <a:pt x="10540998" y="5080009"/>
                </a:lnTo>
                <a:lnTo>
                  <a:pt x="10530678" y="5182378"/>
                </a:lnTo>
                <a:cubicBezTo>
                  <a:pt x="10483308" y="5413863"/>
                  <a:pt x="10278486" y="5588000"/>
                  <a:pt x="10033000" y="5588000"/>
                </a:cubicBezTo>
                <a:lnTo>
                  <a:pt x="508001" y="5588000"/>
                </a:lnTo>
                <a:cubicBezTo>
                  <a:pt x="227439" y="5588000"/>
                  <a:pt x="0" y="5360556"/>
                  <a:pt x="0" y="5080000"/>
                </a:cubicBezTo>
                <a:close/>
              </a:path>
            </a:pathLst>
          </a:custGeom>
        </p:spPr>
        <p:txBody>
          <a:bodyPr wrap="square">
            <a:noAutofit/>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3" name="Espace réservé du texte 7">
            <a:extLst>
              <a:ext uri="{FF2B5EF4-FFF2-40B4-BE49-F238E27FC236}">
                <a16:creationId xmlns:a16="http://schemas.microsoft.com/office/drawing/2014/main" id="{7361B575-E824-B7A3-475E-8ED4847AECB8}"/>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pic>
        <p:nvPicPr>
          <p:cNvPr id="4" name="Image 3">
            <a:extLst>
              <a:ext uri="{FF2B5EF4-FFF2-40B4-BE49-F238E27FC236}">
                <a16:creationId xmlns:a16="http://schemas.microsoft.com/office/drawing/2014/main" id="{C343C875-C10E-0995-8E71-8E0270A4BC64}"/>
              </a:ext>
            </a:extLst>
          </p:cNvPr>
          <p:cNvPicPr>
            <a:picLocks noChangeAspect="1"/>
          </p:cNvPicPr>
          <p:nvPr userDrawn="1"/>
        </p:nvPicPr>
        <p:blipFill>
          <a:blip r:embed="rId2"/>
          <a:stretch>
            <a:fillRect/>
          </a:stretch>
        </p:blipFill>
        <p:spPr>
          <a:xfrm>
            <a:off x="11530874" y="475988"/>
            <a:ext cx="533079" cy="484173"/>
          </a:xfrm>
          <a:prstGeom prst="rect">
            <a:avLst/>
          </a:prstGeom>
        </p:spPr>
      </p:pic>
      <p:sp>
        <p:nvSpPr>
          <p:cNvPr id="14" name="Espace réservé du texte 6">
            <a:extLst>
              <a:ext uri="{FF2B5EF4-FFF2-40B4-BE49-F238E27FC236}">
                <a16:creationId xmlns:a16="http://schemas.microsoft.com/office/drawing/2014/main" id="{C33C6588-FB4B-13F3-E482-282172D56246}"/>
              </a:ext>
            </a:extLst>
          </p:cNvPr>
          <p:cNvSpPr>
            <a:spLocks noGrp="1"/>
          </p:cNvSpPr>
          <p:nvPr>
            <p:ph type="body" sz="quarter" idx="14" hasCustomPrompt="1"/>
          </p:nvPr>
        </p:nvSpPr>
        <p:spPr>
          <a:xfrm>
            <a:off x="951779" y="1858431"/>
            <a:ext cx="2834925" cy="553670"/>
          </a:xfrm>
          <a:prstGeom prst="rect">
            <a:avLst/>
          </a:prstGeom>
        </p:spPr>
        <p:txBody>
          <a:bodyPr/>
          <a:lstStyle>
            <a:lvl1pPr marL="0" indent="0">
              <a:buNone/>
              <a:defRPr sz="25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titre</a:t>
            </a:r>
          </a:p>
        </p:txBody>
      </p:sp>
      <p:sp>
        <p:nvSpPr>
          <p:cNvPr id="15" name="Espace réservé du texte 6">
            <a:extLst>
              <a:ext uri="{FF2B5EF4-FFF2-40B4-BE49-F238E27FC236}">
                <a16:creationId xmlns:a16="http://schemas.microsoft.com/office/drawing/2014/main" id="{4DBC086F-CE0E-6E2F-96AA-37DB2FCEB3E0}"/>
              </a:ext>
            </a:extLst>
          </p:cNvPr>
          <p:cNvSpPr>
            <a:spLocks noGrp="1"/>
          </p:cNvSpPr>
          <p:nvPr>
            <p:ph type="body" sz="quarter" idx="15" hasCustomPrompt="1"/>
          </p:nvPr>
        </p:nvSpPr>
        <p:spPr>
          <a:xfrm>
            <a:off x="951779" y="2635250"/>
            <a:ext cx="2834925" cy="534373"/>
          </a:xfrm>
          <a:prstGeom prst="rect">
            <a:avLst/>
          </a:prstGeom>
        </p:spPr>
        <p:txBody>
          <a:bodyPr/>
          <a:lstStyle>
            <a:lvl1pPr marL="0" indent="0">
              <a:buNone/>
              <a:defRPr sz="10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texte</a:t>
            </a:r>
          </a:p>
        </p:txBody>
      </p:sp>
      <p:sp>
        <p:nvSpPr>
          <p:cNvPr id="16" name="Espace réservé du texte 6">
            <a:extLst>
              <a:ext uri="{FF2B5EF4-FFF2-40B4-BE49-F238E27FC236}">
                <a16:creationId xmlns:a16="http://schemas.microsoft.com/office/drawing/2014/main" id="{E96EA1AE-EA12-18CA-5176-8118C0328D1A}"/>
              </a:ext>
            </a:extLst>
          </p:cNvPr>
          <p:cNvSpPr>
            <a:spLocks noGrp="1"/>
          </p:cNvSpPr>
          <p:nvPr>
            <p:ph type="body" sz="quarter" idx="16" hasCustomPrompt="1"/>
          </p:nvPr>
        </p:nvSpPr>
        <p:spPr>
          <a:xfrm>
            <a:off x="6503747" y="1858431"/>
            <a:ext cx="2834925" cy="553670"/>
          </a:xfrm>
          <a:prstGeom prst="rect">
            <a:avLst/>
          </a:prstGeom>
        </p:spPr>
        <p:txBody>
          <a:bodyPr/>
          <a:lstStyle>
            <a:lvl1pPr marL="0" indent="0">
              <a:buNone/>
              <a:defRPr sz="25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titre</a:t>
            </a:r>
          </a:p>
        </p:txBody>
      </p:sp>
      <p:sp>
        <p:nvSpPr>
          <p:cNvPr id="17" name="Espace réservé du texte 6">
            <a:extLst>
              <a:ext uri="{FF2B5EF4-FFF2-40B4-BE49-F238E27FC236}">
                <a16:creationId xmlns:a16="http://schemas.microsoft.com/office/drawing/2014/main" id="{5512D1A4-5DE0-D172-2727-89ADA048EDD7}"/>
              </a:ext>
            </a:extLst>
          </p:cNvPr>
          <p:cNvSpPr>
            <a:spLocks noGrp="1"/>
          </p:cNvSpPr>
          <p:nvPr>
            <p:ph type="body" sz="quarter" idx="17" hasCustomPrompt="1"/>
          </p:nvPr>
        </p:nvSpPr>
        <p:spPr>
          <a:xfrm>
            <a:off x="6503746" y="2635250"/>
            <a:ext cx="2834925" cy="534373"/>
          </a:xfrm>
          <a:prstGeom prst="rect">
            <a:avLst/>
          </a:prstGeom>
        </p:spPr>
        <p:txBody>
          <a:bodyPr/>
          <a:lstStyle>
            <a:lvl1pPr marL="0" indent="0">
              <a:buNone/>
              <a:defRPr sz="10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texte</a:t>
            </a:r>
          </a:p>
        </p:txBody>
      </p:sp>
      <p:sp>
        <p:nvSpPr>
          <p:cNvPr id="5" name="Titre 4">
            <a:extLst>
              <a:ext uri="{FF2B5EF4-FFF2-40B4-BE49-F238E27FC236}">
                <a16:creationId xmlns:a16="http://schemas.microsoft.com/office/drawing/2014/main" id="{75CC0651-8154-B59B-E288-F2A1F0CD7CE3}"/>
              </a:ext>
            </a:extLst>
          </p:cNvPr>
          <p:cNvSpPr>
            <a:spLocks noGrp="1"/>
          </p:cNvSpPr>
          <p:nvPr>
            <p:ph type="title"/>
          </p:nvPr>
        </p:nvSpPr>
        <p:spPr>
          <a:xfrm>
            <a:off x="2279650" y="202559"/>
            <a:ext cx="9074150" cy="1059607"/>
          </a:xfrm>
        </p:spPr>
        <p:txBody>
          <a:bodyPr/>
          <a:lstStyle>
            <a:lvl1pPr>
              <a:defRPr>
                <a:solidFill>
                  <a:srgbClr val="FFFFFF"/>
                </a:solidFill>
              </a:defRPr>
            </a:lvl1pPr>
          </a:lstStyle>
          <a:p>
            <a:r>
              <a:rPr lang="fr-FR"/>
              <a:t>Modifiez le style du titre</a:t>
            </a:r>
          </a:p>
        </p:txBody>
      </p:sp>
      <p:sp>
        <p:nvSpPr>
          <p:cNvPr id="6" name="Rectangle 5">
            <a:extLst>
              <a:ext uri="{FF2B5EF4-FFF2-40B4-BE49-F238E27FC236}">
                <a16:creationId xmlns:a16="http://schemas.microsoft.com/office/drawing/2014/main" id="{E6B55241-20A9-20A3-234B-F8502379DD04}"/>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7" name="logo">
            <a:extLst>
              <a:ext uri="{FF2B5EF4-FFF2-40B4-BE49-F238E27FC236}">
                <a16:creationId xmlns:a16="http://schemas.microsoft.com/office/drawing/2014/main" id="{4CE81135-712F-6481-4475-8283F636681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2334276806"/>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Disposition personnalisée">
    <p:bg>
      <p:bgPr>
        <a:solidFill>
          <a:schemeClr val="accent6"/>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761F12A5-F109-0BB2-1430-51DD3FC8255B}"/>
              </a:ext>
            </a:extLst>
          </p:cNvPr>
          <p:cNvSpPr>
            <a:spLocks noGrp="1"/>
          </p:cNvSpPr>
          <p:nvPr>
            <p:ph type="pic" sz="quarter" idx="10"/>
          </p:nvPr>
        </p:nvSpPr>
        <p:spPr>
          <a:xfrm>
            <a:off x="7873999" y="0"/>
            <a:ext cx="4318001" cy="6858000"/>
          </a:xfrm>
          <a:prstGeom prst="rect">
            <a:avLst/>
          </a:prstGeom>
        </p:spPr>
        <p:txBody>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4" name="Titre 10">
            <a:extLst>
              <a:ext uri="{FF2B5EF4-FFF2-40B4-BE49-F238E27FC236}">
                <a16:creationId xmlns:a16="http://schemas.microsoft.com/office/drawing/2014/main" id="{CAD82306-0D98-A3DA-D546-085DB15F3D71}"/>
              </a:ext>
            </a:extLst>
          </p:cNvPr>
          <p:cNvSpPr>
            <a:spLocks noGrp="1"/>
          </p:cNvSpPr>
          <p:nvPr>
            <p:ph type="title" hasCustomPrompt="1"/>
          </p:nvPr>
        </p:nvSpPr>
        <p:spPr>
          <a:xfrm>
            <a:off x="571134" y="2242085"/>
            <a:ext cx="6068743" cy="1480004"/>
          </a:xfrm>
          <a:prstGeom prst="rect">
            <a:avLst/>
          </a:prstGeom>
        </p:spPr>
        <p:txBody>
          <a:bodyPr/>
          <a:lstStyle>
            <a:lvl1pPr>
              <a:defRPr sz="3750" b="1" i="0" baseline="0">
                <a:solidFill>
                  <a:srgbClr val="F6F6F6"/>
                </a:solidFill>
                <a:latin typeface="Open Sans Extrabold" panose="020B0606030504020204" pitchFamily="34" charset="0"/>
              </a:defRPr>
            </a:lvl1pPr>
          </a:lstStyle>
          <a:p>
            <a:r>
              <a:rPr lang="fr-FR"/>
              <a:t>Cliquez pour ajouter un titre</a:t>
            </a:r>
          </a:p>
        </p:txBody>
      </p:sp>
      <p:sp>
        <p:nvSpPr>
          <p:cNvPr id="5" name="Espace réservé du texte 14">
            <a:extLst>
              <a:ext uri="{FF2B5EF4-FFF2-40B4-BE49-F238E27FC236}">
                <a16:creationId xmlns:a16="http://schemas.microsoft.com/office/drawing/2014/main" id="{4543BBAA-0172-1B05-4319-13D65410AD2A}"/>
              </a:ext>
            </a:extLst>
          </p:cNvPr>
          <p:cNvSpPr>
            <a:spLocks noGrp="1"/>
          </p:cNvSpPr>
          <p:nvPr>
            <p:ph type="body" sz="quarter" idx="12" hasCustomPrompt="1"/>
          </p:nvPr>
        </p:nvSpPr>
        <p:spPr>
          <a:xfrm>
            <a:off x="571500" y="3849898"/>
            <a:ext cx="6068219" cy="738188"/>
          </a:xfrm>
          <a:prstGeom prst="rect">
            <a:avLst/>
          </a:prstGeom>
        </p:spPr>
        <p:txBody>
          <a:bodyPr/>
          <a:lstStyle>
            <a:lvl1pPr marL="0" indent="0">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pic>
        <p:nvPicPr>
          <p:cNvPr id="6" name="Image 5">
            <a:extLst>
              <a:ext uri="{FF2B5EF4-FFF2-40B4-BE49-F238E27FC236}">
                <a16:creationId xmlns:a16="http://schemas.microsoft.com/office/drawing/2014/main" id="{C4D4944C-D4C3-E98C-D141-F870290C1562}"/>
              </a:ext>
            </a:extLst>
          </p:cNvPr>
          <p:cNvPicPr>
            <a:picLocks noChangeAspect="1"/>
          </p:cNvPicPr>
          <p:nvPr userDrawn="1"/>
        </p:nvPicPr>
        <p:blipFill>
          <a:blip r:embed="rId2"/>
          <a:stretch>
            <a:fillRect/>
          </a:stretch>
        </p:blipFill>
        <p:spPr>
          <a:xfrm>
            <a:off x="6723780" y="2415624"/>
            <a:ext cx="533079" cy="484173"/>
          </a:xfrm>
          <a:prstGeom prst="rect">
            <a:avLst/>
          </a:prstGeom>
        </p:spPr>
      </p:pic>
      <p:sp>
        <p:nvSpPr>
          <p:cNvPr id="7" name="Espace réservé du texte 7">
            <a:extLst>
              <a:ext uri="{FF2B5EF4-FFF2-40B4-BE49-F238E27FC236}">
                <a16:creationId xmlns:a16="http://schemas.microsoft.com/office/drawing/2014/main" id="{154E6BF6-07A5-A018-119A-94C010876926}"/>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8" name="Rectangle 7">
            <a:extLst>
              <a:ext uri="{FF2B5EF4-FFF2-40B4-BE49-F238E27FC236}">
                <a16:creationId xmlns:a16="http://schemas.microsoft.com/office/drawing/2014/main" id="{8BCB2EA4-4835-7314-42A0-BF2323895A6F}"/>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9" name="logo">
            <a:extLst>
              <a:ext uri="{FF2B5EF4-FFF2-40B4-BE49-F238E27FC236}">
                <a16:creationId xmlns:a16="http://schemas.microsoft.com/office/drawing/2014/main" id="{67EBA957-A147-7406-58A6-C6246018FE9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2744647771"/>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Disposition personnalisée">
    <p:bg>
      <p:bgPr>
        <a:solidFill>
          <a:schemeClr val="accent6"/>
        </a:solidFill>
        <a:effectLst/>
      </p:bgPr>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F2F4494D-B1C8-2A83-41EB-27A38A864369}"/>
              </a:ext>
            </a:extLst>
          </p:cNvPr>
          <p:cNvSpPr>
            <a:spLocks noGrp="1"/>
          </p:cNvSpPr>
          <p:nvPr>
            <p:ph type="pic" sz="quarter" idx="10"/>
          </p:nvPr>
        </p:nvSpPr>
        <p:spPr>
          <a:xfrm>
            <a:off x="635433" y="1097280"/>
            <a:ext cx="5460567" cy="5125720"/>
          </a:xfrm>
          <a:custGeom>
            <a:avLst/>
            <a:gdLst>
              <a:gd name="connsiteX0" fmla="*/ 762012 w 10921134"/>
              <a:gd name="connsiteY0" fmla="*/ 0 h 11176000"/>
              <a:gd name="connsiteX1" fmla="*/ 10921134 w 10921134"/>
              <a:gd name="connsiteY1" fmla="*/ 0 h 11176000"/>
              <a:gd name="connsiteX2" fmla="*/ 10921134 w 10921134"/>
              <a:gd name="connsiteY2" fmla="*/ 11176000 h 11176000"/>
              <a:gd name="connsiteX3" fmla="*/ 762012 w 10921134"/>
              <a:gd name="connsiteY3" fmla="*/ 11176000 h 11176000"/>
              <a:gd name="connsiteX4" fmla="*/ 0 w 10921134"/>
              <a:gd name="connsiteY4" fmla="*/ 10413859 h 11176000"/>
              <a:gd name="connsiteX5" fmla="*/ 0 w 10921134"/>
              <a:gd name="connsiteY5" fmla="*/ 762141 h 11176000"/>
              <a:gd name="connsiteX6" fmla="*/ 762012 w 10921134"/>
              <a:gd name="connsiteY6" fmla="*/ 0 h 111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21134" h="11176000">
                <a:moveTo>
                  <a:pt x="762012" y="0"/>
                </a:moveTo>
                <a:lnTo>
                  <a:pt x="10921134" y="0"/>
                </a:lnTo>
                <a:lnTo>
                  <a:pt x="10921134" y="11176000"/>
                </a:lnTo>
                <a:lnTo>
                  <a:pt x="762012" y="11176000"/>
                </a:lnTo>
                <a:cubicBezTo>
                  <a:pt x="341313" y="11176000"/>
                  <a:pt x="0" y="10835029"/>
                  <a:pt x="0" y="10413859"/>
                </a:cubicBezTo>
                <a:lnTo>
                  <a:pt x="0" y="762141"/>
                </a:lnTo>
                <a:cubicBezTo>
                  <a:pt x="0" y="340972"/>
                  <a:pt x="341313" y="0"/>
                  <a:pt x="762012" y="0"/>
                </a:cubicBezTo>
                <a:close/>
              </a:path>
            </a:pathLst>
          </a:custGeom>
        </p:spPr>
        <p:txBody>
          <a:bodyPr wrap="square">
            <a:noAutofit/>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4" name="Titre 10">
            <a:extLst>
              <a:ext uri="{FF2B5EF4-FFF2-40B4-BE49-F238E27FC236}">
                <a16:creationId xmlns:a16="http://schemas.microsoft.com/office/drawing/2014/main" id="{21B42D74-66A5-C270-2705-26CCDAB488B7}"/>
              </a:ext>
            </a:extLst>
          </p:cNvPr>
          <p:cNvSpPr>
            <a:spLocks noGrp="1"/>
          </p:cNvSpPr>
          <p:nvPr>
            <p:ph type="title" hasCustomPrompt="1"/>
          </p:nvPr>
        </p:nvSpPr>
        <p:spPr>
          <a:xfrm>
            <a:off x="6813993" y="2242085"/>
            <a:ext cx="4742574" cy="1480004"/>
          </a:xfrm>
          <a:prstGeom prst="rect">
            <a:avLst/>
          </a:prstGeom>
        </p:spPr>
        <p:txBody>
          <a:bodyPr/>
          <a:lstStyle>
            <a:lvl1pPr>
              <a:defRPr sz="3750" b="1" i="0" baseline="0">
                <a:solidFill>
                  <a:srgbClr val="F6F6F6"/>
                </a:solidFill>
                <a:latin typeface="Open Sans Extrabold" panose="020B0606030504020204" pitchFamily="34" charset="0"/>
              </a:defRPr>
            </a:lvl1pPr>
          </a:lstStyle>
          <a:p>
            <a:r>
              <a:rPr lang="fr-FR"/>
              <a:t>Cliquez pour ajouter un titre</a:t>
            </a:r>
          </a:p>
        </p:txBody>
      </p:sp>
      <p:sp>
        <p:nvSpPr>
          <p:cNvPr id="5" name="Espace réservé du texte 14">
            <a:extLst>
              <a:ext uri="{FF2B5EF4-FFF2-40B4-BE49-F238E27FC236}">
                <a16:creationId xmlns:a16="http://schemas.microsoft.com/office/drawing/2014/main" id="{8F923405-BF6F-C3C3-4E52-08D2FCEA8218}"/>
              </a:ext>
            </a:extLst>
          </p:cNvPr>
          <p:cNvSpPr>
            <a:spLocks noGrp="1"/>
          </p:cNvSpPr>
          <p:nvPr>
            <p:ph type="body" sz="quarter" idx="12" hasCustomPrompt="1"/>
          </p:nvPr>
        </p:nvSpPr>
        <p:spPr>
          <a:xfrm>
            <a:off x="6814359" y="3849898"/>
            <a:ext cx="4742209" cy="738188"/>
          </a:xfrm>
          <a:prstGeom prst="rect">
            <a:avLst/>
          </a:prstGeom>
        </p:spPr>
        <p:txBody>
          <a:bodyPr/>
          <a:lstStyle>
            <a:lvl1pPr marL="0" indent="0">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pic>
        <p:nvPicPr>
          <p:cNvPr id="6" name="Image 5">
            <a:extLst>
              <a:ext uri="{FF2B5EF4-FFF2-40B4-BE49-F238E27FC236}">
                <a16:creationId xmlns:a16="http://schemas.microsoft.com/office/drawing/2014/main" id="{E2788C4E-8842-C625-AE1B-4E4640FE44BE}"/>
              </a:ext>
            </a:extLst>
          </p:cNvPr>
          <p:cNvPicPr>
            <a:picLocks noChangeAspect="1"/>
          </p:cNvPicPr>
          <p:nvPr userDrawn="1"/>
        </p:nvPicPr>
        <p:blipFill>
          <a:blip r:embed="rId2"/>
          <a:stretch>
            <a:fillRect/>
          </a:stretch>
        </p:blipFill>
        <p:spPr>
          <a:xfrm>
            <a:off x="11584276" y="2387915"/>
            <a:ext cx="533079" cy="484173"/>
          </a:xfrm>
          <a:prstGeom prst="rect">
            <a:avLst/>
          </a:prstGeom>
        </p:spPr>
      </p:pic>
      <p:sp>
        <p:nvSpPr>
          <p:cNvPr id="7" name="Espace réservé du texte 7">
            <a:extLst>
              <a:ext uri="{FF2B5EF4-FFF2-40B4-BE49-F238E27FC236}">
                <a16:creationId xmlns:a16="http://schemas.microsoft.com/office/drawing/2014/main" id="{C03F5829-4595-2179-BB18-28B2FEC71D80}"/>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8" name="Rectangle 7">
            <a:extLst>
              <a:ext uri="{FF2B5EF4-FFF2-40B4-BE49-F238E27FC236}">
                <a16:creationId xmlns:a16="http://schemas.microsoft.com/office/drawing/2014/main" id="{13881BDF-E2F2-8185-A2DE-6D6B18086021}"/>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9" name="logo">
            <a:extLst>
              <a:ext uri="{FF2B5EF4-FFF2-40B4-BE49-F238E27FC236}">
                <a16:creationId xmlns:a16="http://schemas.microsoft.com/office/drawing/2014/main" id="{6EAA005C-F7DE-B219-060E-37F9D472819F}"/>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3387299672"/>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EP photo gauche logo bas">
    <p:bg>
      <p:bgPr>
        <a:solidFill>
          <a:schemeClr val="accent6"/>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91D64D3A-7A0F-133B-4BB5-A0DC4F6063A0}"/>
              </a:ext>
            </a:extLst>
          </p:cNvPr>
          <p:cNvSpPr>
            <a:spLocks noGrp="1"/>
          </p:cNvSpPr>
          <p:nvPr>
            <p:ph type="pic" sz="quarter" idx="10"/>
          </p:nvPr>
        </p:nvSpPr>
        <p:spPr>
          <a:xfrm>
            <a:off x="-3971" y="0"/>
            <a:ext cx="5080000" cy="6191795"/>
          </a:xfrm>
          <a:prstGeom prst="rect">
            <a:avLst/>
          </a:prstGeom>
        </p:spPr>
        <p:txBody>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pic>
        <p:nvPicPr>
          <p:cNvPr id="7" name="Image 6">
            <a:extLst>
              <a:ext uri="{FF2B5EF4-FFF2-40B4-BE49-F238E27FC236}">
                <a16:creationId xmlns:a16="http://schemas.microsoft.com/office/drawing/2014/main" id="{17279C32-04C0-E1AB-573F-6CD9AD943B70}"/>
              </a:ext>
            </a:extLst>
          </p:cNvPr>
          <p:cNvPicPr>
            <a:picLocks noChangeAspect="1"/>
          </p:cNvPicPr>
          <p:nvPr userDrawn="1"/>
        </p:nvPicPr>
        <p:blipFill>
          <a:blip r:embed="rId2"/>
          <a:stretch>
            <a:fillRect/>
          </a:stretch>
        </p:blipFill>
        <p:spPr>
          <a:xfrm>
            <a:off x="10511063" y="6418543"/>
            <a:ext cx="1119843" cy="271477"/>
          </a:xfrm>
          <a:prstGeom prst="rect">
            <a:avLst/>
          </a:prstGeom>
        </p:spPr>
      </p:pic>
      <p:sp>
        <p:nvSpPr>
          <p:cNvPr id="2" name="Espace réservé du texte 7">
            <a:extLst>
              <a:ext uri="{FF2B5EF4-FFF2-40B4-BE49-F238E27FC236}">
                <a16:creationId xmlns:a16="http://schemas.microsoft.com/office/drawing/2014/main" id="{A591B748-82F0-7C4E-0742-E89BC349AA07}"/>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4" name="Titre 10">
            <a:extLst>
              <a:ext uri="{FF2B5EF4-FFF2-40B4-BE49-F238E27FC236}">
                <a16:creationId xmlns:a16="http://schemas.microsoft.com/office/drawing/2014/main" id="{CCEA9956-189B-1557-1960-F70DCF929E0F}"/>
              </a:ext>
            </a:extLst>
          </p:cNvPr>
          <p:cNvSpPr>
            <a:spLocks noGrp="1"/>
          </p:cNvSpPr>
          <p:nvPr>
            <p:ph type="title" hasCustomPrompt="1"/>
          </p:nvPr>
        </p:nvSpPr>
        <p:spPr>
          <a:xfrm>
            <a:off x="5562321" y="2242085"/>
            <a:ext cx="6068743" cy="1480004"/>
          </a:xfrm>
          <a:prstGeom prst="rect">
            <a:avLst/>
          </a:prstGeom>
        </p:spPr>
        <p:txBody>
          <a:bodyPr/>
          <a:lstStyle>
            <a:lvl1pPr>
              <a:defRPr sz="3750" b="1" i="0" baseline="0">
                <a:solidFill>
                  <a:srgbClr val="F6F6F6"/>
                </a:solidFill>
                <a:latin typeface="Open Sans Extrabold" panose="020B0606030504020204" pitchFamily="34" charset="0"/>
              </a:defRPr>
            </a:lvl1pPr>
          </a:lstStyle>
          <a:p>
            <a:r>
              <a:rPr lang="fr-FR"/>
              <a:t>Cliquez pour ajouter un titre</a:t>
            </a:r>
          </a:p>
        </p:txBody>
      </p:sp>
      <p:sp>
        <p:nvSpPr>
          <p:cNvPr id="5" name="Espace réservé du texte 14">
            <a:extLst>
              <a:ext uri="{FF2B5EF4-FFF2-40B4-BE49-F238E27FC236}">
                <a16:creationId xmlns:a16="http://schemas.microsoft.com/office/drawing/2014/main" id="{D9FAAE14-01EA-CF62-4B0F-9EED976F4A46}"/>
              </a:ext>
            </a:extLst>
          </p:cNvPr>
          <p:cNvSpPr>
            <a:spLocks noGrp="1"/>
          </p:cNvSpPr>
          <p:nvPr>
            <p:ph type="body" sz="quarter" idx="12" hasCustomPrompt="1"/>
          </p:nvPr>
        </p:nvSpPr>
        <p:spPr>
          <a:xfrm>
            <a:off x="5562686" y="3849898"/>
            <a:ext cx="6068219" cy="738188"/>
          </a:xfrm>
          <a:prstGeom prst="rect">
            <a:avLst/>
          </a:prstGeom>
        </p:spPr>
        <p:txBody>
          <a:bodyPr/>
          <a:lstStyle>
            <a:lvl1pPr marL="0" indent="0">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pic>
        <p:nvPicPr>
          <p:cNvPr id="9" name="Image 8">
            <a:extLst>
              <a:ext uri="{FF2B5EF4-FFF2-40B4-BE49-F238E27FC236}">
                <a16:creationId xmlns:a16="http://schemas.microsoft.com/office/drawing/2014/main" id="{DD32FABA-539E-6B0B-7380-C24BD2AB833F}"/>
              </a:ext>
            </a:extLst>
          </p:cNvPr>
          <p:cNvPicPr>
            <a:picLocks noChangeAspect="1"/>
          </p:cNvPicPr>
          <p:nvPr userDrawn="1"/>
        </p:nvPicPr>
        <p:blipFill>
          <a:blip r:embed="rId3"/>
          <a:stretch>
            <a:fillRect/>
          </a:stretch>
        </p:blipFill>
        <p:spPr>
          <a:xfrm>
            <a:off x="11584276" y="2387915"/>
            <a:ext cx="533079" cy="484173"/>
          </a:xfrm>
          <a:prstGeom prst="rect">
            <a:avLst/>
          </a:prstGeom>
        </p:spPr>
      </p:pic>
      <p:sp>
        <p:nvSpPr>
          <p:cNvPr id="8" name="Rectangle 7">
            <a:extLst>
              <a:ext uri="{FF2B5EF4-FFF2-40B4-BE49-F238E27FC236}">
                <a16:creationId xmlns:a16="http://schemas.microsoft.com/office/drawing/2014/main" id="{17734AFA-2FF0-C30C-827D-09A198EB4B5D}"/>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Tree>
    <p:extLst>
      <p:ext uri="{BB962C8B-B14F-4D97-AF65-F5344CB8AC3E}">
        <p14:creationId xmlns:p14="http://schemas.microsoft.com/office/powerpoint/2010/main" val="2739530175"/>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P photo centre">
    <p:bg>
      <p:bgPr>
        <a:solidFill>
          <a:schemeClr val="accent6"/>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215F730-85E6-5C77-01AC-45A48B448BDF}"/>
              </a:ext>
            </a:extLst>
          </p:cNvPr>
          <p:cNvSpPr>
            <a:spLocks noGrp="1"/>
          </p:cNvSpPr>
          <p:nvPr>
            <p:ph type="pic" sz="quarter" idx="10"/>
          </p:nvPr>
        </p:nvSpPr>
        <p:spPr>
          <a:xfrm>
            <a:off x="635000" y="2559050"/>
            <a:ext cx="2127250" cy="1524000"/>
          </a:xfrm>
          <a:prstGeom prst="round2SameRect">
            <a:avLst>
              <a:gd name="adj1" fmla="val 8290"/>
              <a:gd name="adj2" fmla="val 0"/>
            </a:avLst>
          </a:prstGeom>
        </p:spPr>
        <p:txBody>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11" name="Picture Placeholder 3">
            <a:extLst>
              <a:ext uri="{FF2B5EF4-FFF2-40B4-BE49-F238E27FC236}">
                <a16:creationId xmlns:a16="http://schemas.microsoft.com/office/drawing/2014/main" id="{49C76192-D363-47A9-D112-9A0708F6332D}"/>
              </a:ext>
            </a:extLst>
          </p:cNvPr>
          <p:cNvSpPr>
            <a:spLocks noGrp="1"/>
          </p:cNvSpPr>
          <p:nvPr>
            <p:ph type="pic" sz="quarter" idx="11"/>
          </p:nvPr>
        </p:nvSpPr>
        <p:spPr>
          <a:xfrm>
            <a:off x="2831919" y="2559050"/>
            <a:ext cx="2127250" cy="1524000"/>
          </a:xfrm>
          <a:prstGeom prst="round2SameRect">
            <a:avLst>
              <a:gd name="adj1" fmla="val 8290"/>
              <a:gd name="adj2" fmla="val 0"/>
            </a:avLst>
          </a:prstGeom>
        </p:spPr>
        <p:txBody>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12" name="Picture Placeholder 3">
            <a:extLst>
              <a:ext uri="{FF2B5EF4-FFF2-40B4-BE49-F238E27FC236}">
                <a16:creationId xmlns:a16="http://schemas.microsoft.com/office/drawing/2014/main" id="{F7C18BF7-8AAD-33EB-CAA9-CCCBA28F431F}"/>
              </a:ext>
            </a:extLst>
          </p:cNvPr>
          <p:cNvSpPr>
            <a:spLocks noGrp="1"/>
          </p:cNvSpPr>
          <p:nvPr>
            <p:ph type="pic" sz="quarter" idx="12"/>
          </p:nvPr>
        </p:nvSpPr>
        <p:spPr>
          <a:xfrm>
            <a:off x="5028838" y="2559050"/>
            <a:ext cx="2127250" cy="1524000"/>
          </a:xfrm>
          <a:prstGeom prst="round2SameRect">
            <a:avLst>
              <a:gd name="adj1" fmla="val 8290"/>
              <a:gd name="adj2" fmla="val 0"/>
            </a:avLst>
          </a:prstGeom>
        </p:spPr>
        <p:txBody>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13" name="Picture Placeholder 3">
            <a:extLst>
              <a:ext uri="{FF2B5EF4-FFF2-40B4-BE49-F238E27FC236}">
                <a16:creationId xmlns:a16="http://schemas.microsoft.com/office/drawing/2014/main" id="{A68A0BDD-74CA-4201-57F5-DAAB251197E6}"/>
              </a:ext>
            </a:extLst>
          </p:cNvPr>
          <p:cNvSpPr>
            <a:spLocks noGrp="1"/>
          </p:cNvSpPr>
          <p:nvPr>
            <p:ph type="pic" sz="quarter" idx="13"/>
          </p:nvPr>
        </p:nvSpPr>
        <p:spPr>
          <a:xfrm>
            <a:off x="7225757" y="2559050"/>
            <a:ext cx="2127250" cy="1524000"/>
          </a:xfrm>
          <a:prstGeom prst="round2SameRect">
            <a:avLst>
              <a:gd name="adj1" fmla="val 8290"/>
              <a:gd name="adj2" fmla="val 0"/>
            </a:avLst>
          </a:prstGeom>
        </p:spPr>
        <p:txBody>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14" name="Picture Placeholder 3">
            <a:extLst>
              <a:ext uri="{FF2B5EF4-FFF2-40B4-BE49-F238E27FC236}">
                <a16:creationId xmlns:a16="http://schemas.microsoft.com/office/drawing/2014/main" id="{4EAAD6FE-31EA-28D7-9884-A60E12BA6FD8}"/>
              </a:ext>
            </a:extLst>
          </p:cNvPr>
          <p:cNvSpPr>
            <a:spLocks noGrp="1"/>
          </p:cNvSpPr>
          <p:nvPr>
            <p:ph type="pic" sz="quarter" idx="14"/>
          </p:nvPr>
        </p:nvSpPr>
        <p:spPr>
          <a:xfrm>
            <a:off x="9422676" y="2559050"/>
            <a:ext cx="2127250" cy="1524000"/>
          </a:xfrm>
          <a:prstGeom prst="round2SameRect">
            <a:avLst>
              <a:gd name="adj1" fmla="val 8290"/>
              <a:gd name="adj2" fmla="val 0"/>
            </a:avLst>
          </a:prstGeom>
        </p:spPr>
        <p:txBody>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2" name="Espace réservé du texte 7">
            <a:extLst>
              <a:ext uri="{FF2B5EF4-FFF2-40B4-BE49-F238E27FC236}">
                <a16:creationId xmlns:a16="http://schemas.microsoft.com/office/drawing/2014/main" id="{84E8DB91-D40F-A7CE-DFB2-FAF5A8948E73}"/>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25" name="Espace réservé du texte 14">
            <a:extLst>
              <a:ext uri="{FF2B5EF4-FFF2-40B4-BE49-F238E27FC236}">
                <a16:creationId xmlns:a16="http://schemas.microsoft.com/office/drawing/2014/main" id="{867C1C5D-2AA3-C964-8C10-7840B4D99677}"/>
              </a:ext>
            </a:extLst>
          </p:cNvPr>
          <p:cNvSpPr>
            <a:spLocks noGrp="1"/>
          </p:cNvSpPr>
          <p:nvPr>
            <p:ph type="body" sz="quarter" idx="23" hasCustomPrompt="1"/>
          </p:nvPr>
        </p:nvSpPr>
        <p:spPr>
          <a:xfrm>
            <a:off x="794100" y="4321667"/>
            <a:ext cx="1806225" cy="396547"/>
          </a:xfrm>
          <a:prstGeom prst="rect">
            <a:avLst/>
          </a:prstGeom>
        </p:spPr>
        <p:txBody>
          <a:bodyPr/>
          <a:lstStyle>
            <a:lvl1pPr marL="0" indent="0" algn="l">
              <a:buNone/>
              <a:defRPr sz="1500" b="1" i="0" baseline="0">
                <a:solidFill>
                  <a:schemeClr val="bg1"/>
                </a:solidFill>
                <a:latin typeface="Open Sans ExtraBold" pitchFamily="2" charset="0"/>
                <a:ea typeface="Open Sans ExtraBold" pitchFamily="2" charset="0"/>
                <a:cs typeface="Open Sans ExtraBold" pitchFamily="2"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26" name="Espace réservé du texte 14">
            <a:extLst>
              <a:ext uri="{FF2B5EF4-FFF2-40B4-BE49-F238E27FC236}">
                <a16:creationId xmlns:a16="http://schemas.microsoft.com/office/drawing/2014/main" id="{DE103EDF-6925-B234-96C8-BDF011E49B77}"/>
              </a:ext>
            </a:extLst>
          </p:cNvPr>
          <p:cNvSpPr>
            <a:spLocks noGrp="1"/>
          </p:cNvSpPr>
          <p:nvPr>
            <p:ph type="body" sz="quarter" idx="24" hasCustomPrompt="1"/>
          </p:nvPr>
        </p:nvSpPr>
        <p:spPr>
          <a:xfrm>
            <a:off x="794100" y="4871819"/>
            <a:ext cx="1806226" cy="766982"/>
          </a:xfrm>
          <a:prstGeom prst="rect">
            <a:avLst/>
          </a:prstGeom>
        </p:spPr>
        <p:txBody>
          <a:bodyPr/>
          <a:lstStyle>
            <a:lvl1pPr marL="0" indent="0" algn="l">
              <a:buNone/>
              <a:defRPr sz="900" baseline="0">
                <a:solidFill>
                  <a:schemeClr val="bg1"/>
                </a:solidFill>
                <a:latin typeface="Open Sans Light" pitchFamily="2" charset="0"/>
                <a:ea typeface="Open Sans Light" pitchFamily="2" charset="0"/>
                <a:cs typeface="Open Sans Light" pitchFamily="2"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37" name="Espace réservé du texte 14">
            <a:extLst>
              <a:ext uri="{FF2B5EF4-FFF2-40B4-BE49-F238E27FC236}">
                <a16:creationId xmlns:a16="http://schemas.microsoft.com/office/drawing/2014/main" id="{6FF35A8F-41ED-D1E0-3759-8566992ECA01}"/>
              </a:ext>
            </a:extLst>
          </p:cNvPr>
          <p:cNvSpPr>
            <a:spLocks noGrp="1"/>
          </p:cNvSpPr>
          <p:nvPr>
            <p:ph type="body" sz="quarter" idx="25" hasCustomPrompt="1"/>
          </p:nvPr>
        </p:nvSpPr>
        <p:spPr>
          <a:xfrm>
            <a:off x="3011976" y="4306596"/>
            <a:ext cx="1806225" cy="396547"/>
          </a:xfrm>
          <a:prstGeom prst="rect">
            <a:avLst/>
          </a:prstGeom>
        </p:spPr>
        <p:txBody>
          <a:bodyPr/>
          <a:lstStyle>
            <a:lvl1pPr marL="0" indent="0" algn="l">
              <a:buNone/>
              <a:defRPr sz="1500" b="1" i="0" baseline="0">
                <a:solidFill>
                  <a:schemeClr val="bg1"/>
                </a:solidFill>
                <a:latin typeface="Open Sans ExtraBold" pitchFamily="2" charset="0"/>
                <a:ea typeface="Open Sans ExtraBold" pitchFamily="2" charset="0"/>
                <a:cs typeface="Open Sans ExtraBold" pitchFamily="2"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38" name="Espace réservé du texte 14">
            <a:extLst>
              <a:ext uri="{FF2B5EF4-FFF2-40B4-BE49-F238E27FC236}">
                <a16:creationId xmlns:a16="http://schemas.microsoft.com/office/drawing/2014/main" id="{C4E15C55-7E56-48EF-AB2C-238A93F29FC0}"/>
              </a:ext>
            </a:extLst>
          </p:cNvPr>
          <p:cNvSpPr>
            <a:spLocks noGrp="1"/>
          </p:cNvSpPr>
          <p:nvPr>
            <p:ph type="body" sz="quarter" idx="26" hasCustomPrompt="1"/>
          </p:nvPr>
        </p:nvSpPr>
        <p:spPr>
          <a:xfrm>
            <a:off x="3011975" y="4856748"/>
            <a:ext cx="1806226" cy="766982"/>
          </a:xfrm>
          <a:prstGeom prst="rect">
            <a:avLst/>
          </a:prstGeom>
        </p:spPr>
        <p:txBody>
          <a:bodyPr/>
          <a:lstStyle>
            <a:lvl1pPr marL="0" indent="0" algn="l">
              <a:buNone/>
              <a:defRPr sz="900" baseline="0">
                <a:solidFill>
                  <a:schemeClr val="bg1"/>
                </a:solidFill>
                <a:latin typeface="Open Sans Light" pitchFamily="2" charset="0"/>
                <a:ea typeface="Open Sans Light" pitchFamily="2" charset="0"/>
                <a:cs typeface="Open Sans Light" pitchFamily="2"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39" name="Espace réservé du texte 14">
            <a:extLst>
              <a:ext uri="{FF2B5EF4-FFF2-40B4-BE49-F238E27FC236}">
                <a16:creationId xmlns:a16="http://schemas.microsoft.com/office/drawing/2014/main" id="{00D6E1D1-F16E-0556-0860-8B18CA2FF8D5}"/>
              </a:ext>
            </a:extLst>
          </p:cNvPr>
          <p:cNvSpPr>
            <a:spLocks noGrp="1"/>
          </p:cNvSpPr>
          <p:nvPr>
            <p:ph type="body" sz="quarter" idx="27" hasCustomPrompt="1"/>
          </p:nvPr>
        </p:nvSpPr>
        <p:spPr>
          <a:xfrm>
            <a:off x="5229851" y="4321667"/>
            <a:ext cx="1806225" cy="396547"/>
          </a:xfrm>
          <a:prstGeom prst="rect">
            <a:avLst/>
          </a:prstGeom>
        </p:spPr>
        <p:txBody>
          <a:bodyPr/>
          <a:lstStyle>
            <a:lvl1pPr marL="0" indent="0" algn="l">
              <a:buNone/>
              <a:defRPr sz="1500" b="1" i="0" baseline="0">
                <a:solidFill>
                  <a:schemeClr val="bg1"/>
                </a:solidFill>
                <a:latin typeface="Open Sans ExtraBold" pitchFamily="2" charset="0"/>
                <a:ea typeface="Open Sans ExtraBold" pitchFamily="2" charset="0"/>
                <a:cs typeface="Open Sans ExtraBold" pitchFamily="2"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40" name="Espace réservé du texte 14">
            <a:extLst>
              <a:ext uri="{FF2B5EF4-FFF2-40B4-BE49-F238E27FC236}">
                <a16:creationId xmlns:a16="http://schemas.microsoft.com/office/drawing/2014/main" id="{2E9B973E-DCB1-DAB2-071F-8FB3664B833A}"/>
              </a:ext>
            </a:extLst>
          </p:cNvPr>
          <p:cNvSpPr>
            <a:spLocks noGrp="1"/>
          </p:cNvSpPr>
          <p:nvPr>
            <p:ph type="body" sz="quarter" idx="28" hasCustomPrompt="1"/>
          </p:nvPr>
        </p:nvSpPr>
        <p:spPr>
          <a:xfrm>
            <a:off x="5229850" y="4871819"/>
            <a:ext cx="1806226" cy="766982"/>
          </a:xfrm>
          <a:prstGeom prst="rect">
            <a:avLst/>
          </a:prstGeom>
        </p:spPr>
        <p:txBody>
          <a:bodyPr/>
          <a:lstStyle>
            <a:lvl1pPr marL="0" indent="0" algn="l">
              <a:buNone/>
              <a:defRPr sz="900" baseline="0">
                <a:solidFill>
                  <a:schemeClr val="bg1"/>
                </a:solidFill>
                <a:latin typeface="Open Sans Light" pitchFamily="2" charset="0"/>
                <a:ea typeface="Open Sans Light" pitchFamily="2" charset="0"/>
                <a:cs typeface="Open Sans Light" pitchFamily="2"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41" name="Espace réservé du texte 14">
            <a:extLst>
              <a:ext uri="{FF2B5EF4-FFF2-40B4-BE49-F238E27FC236}">
                <a16:creationId xmlns:a16="http://schemas.microsoft.com/office/drawing/2014/main" id="{88E6D7E9-B584-1C18-5B4D-6157FC92B396}"/>
              </a:ext>
            </a:extLst>
          </p:cNvPr>
          <p:cNvSpPr>
            <a:spLocks noGrp="1"/>
          </p:cNvSpPr>
          <p:nvPr>
            <p:ph type="body" sz="quarter" idx="29" hasCustomPrompt="1"/>
          </p:nvPr>
        </p:nvSpPr>
        <p:spPr>
          <a:xfrm>
            <a:off x="7373802" y="4306596"/>
            <a:ext cx="1806225" cy="396547"/>
          </a:xfrm>
          <a:prstGeom prst="rect">
            <a:avLst/>
          </a:prstGeom>
        </p:spPr>
        <p:txBody>
          <a:bodyPr/>
          <a:lstStyle>
            <a:lvl1pPr marL="0" indent="0" algn="l">
              <a:buNone/>
              <a:defRPr sz="1500" b="1" i="0" baseline="0">
                <a:solidFill>
                  <a:schemeClr val="bg1"/>
                </a:solidFill>
                <a:latin typeface="Open Sans ExtraBold" pitchFamily="2" charset="0"/>
                <a:ea typeface="Open Sans ExtraBold" pitchFamily="2" charset="0"/>
                <a:cs typeface="Open Sans ExtraBold" pitchFamily="2"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42" name="Espace réservé du texte 14">
            <a:extLst>
              <a:ext uri="{FF2B5EF4-FFF2-40B4-BE49-F238E27FC236}">
                <a16:creationId xmlns:a16="http://schemas.microsoft.com/office/drawing/2014/main" id="{624BA642-CF80-C4D1-1108-758F60734674}"/>
              </a:ext>
            </a:extLst>
          </p:cNvPr>
          <p:cNvSpPr>
            <a:spLocks noGrp="1"/>
          </p:cNvSpPr>
          <p:nvPr>
            <p:ph type="body" sz="quarter" idx="30" hasCustomPrompt="1"/>
          </p:nvPr>
        </p:nvSpPr>
        <p:spPr>
          <a:xfrm>
            <a:off x="7373801" y="4856748"/>
            <a:ext cx="1806226" cy="766982"/>
          </a:xfrm>
          <a:prstGeom prst="rect">
            <a:avLst/>
          </a:prstGeom>
        </p:spPr>
        <p:txBody>
          <a:bodyPr/>
          <a:lstStyle>
            <a:lvl1pPr marL="0" indent="0" algn="l">
              <a:buNone/>
              <a:defRPr sz="900" baseline="0">
                <a:solidFill>
                  <a:schemeClr val="bg1"/>
                </a:solidFill>
                <a:latin typeface="Open Sans Light" pitchFamily="2" charset="0"/>
                <a:ea typeface="Open Sans Light" pitchFamily="2" charset="0"/>
                <a:cs typeface="Open Sans Light" pitchFamily="2"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43" name="Espace réservé du texte 14">
            <a:extLst>
              <a:ext uri="{FF2B5EF4-FFF2-40B4-BE49-F238E27FC236}">
                <a16:creationId xmlns:a16="http://schemas.microsoft.com/office/drawing/2014/main" id="{097615A5-8D1F-BE05-FB20-851FD1D59A61}"/>
              </a:ext>
            </a:extLst>
          </p:cNvPr>
          <p:cNvSpPr>
            <a:spLocks noGrp="1"/>
          </p:cNvSpPr>
          <p:nvPr>
            <p:ph type="body" sz="quarter" idx="31" hasCustomPrompt="1"/>
          </p:nvPr>
        </p:nvSpPr>
        <p:spPr>
          <a:xfrm>
            <a:off x="9591677" y="4321667"/>
            <a:ext cx="1806225" cy="396547"/>
          </a:xfrm>
          <a:prstGeom prst="rect">
            <a:avLst/>
          </a:prstGeom>
        </p:spPr>
        <p:txBody>
          <a:bodyPr/>
          <a:lstStyle>
            <a:lvl1pPr marL="0" indent="0" algn="l">
              <a:buNone/>
              <a:defRPr sz="1500" b="1" i="0" baseline="0">
                <a:solidFill>
                  <a:schemeClr val="bg1"/>
                </a:solidFill>
                <a:latin typeface="Open Sans ExtraBold" pitchFamily="2" charset="0"/>
                <a:ea typeface="Open Sans ExtraBold" pitchFamily="2" charset="0"/>
                <a:cs typeface="Open Sans ExtraBold" pitchFamily="2"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44" name="Espace réservé du texte 14">
            <a:extLst>
              <a:ext uri="{FF2B5EF4-FFF2-40B4-BE49-F238E27FC236}">
                <a16:creationId xmlns:a16="http://schemas.microsoft.com/office/drawing/2014/main" id="{8F06E682-6216-A8A7-9BB9-0E74E756EBDA}"/>
              </a:ext>
            </a:extLst>
          </p:cNvPr>
          <p:cNvSpPr>
            <a:spLocks noGrp="1"/>
          </p:cNvSpPr>
          <p:nvPr>
            <p:ph type="body" sz="quarter" idx="32" hasCustomPrompt="1"/>
          </p:nvPr>
        </p:nvSpPr>
        <p:spPr>
          <a:xfrm>
            <a:off x="9591676" y="4871819"/>
            <a:ext cx="1806226" cy="766982"/>
          </a:xfrm>
          <a:prstGeom prst="rect">
            <a:avLst/>
          </a:prstGeom>
        </p:spPr>
        <p:txBody>
          <a:bodyPr/>
          <a:lstStyle>
            <a:lvl1pPr marL="0" indent="0" algn="l">
              <a:buNone/>
              <a:defRPr sz="900" baseline="0">
                <a:solidFill>
                  <a:schemeClr val="bg1"/>
                </a:solidFill>
                <a:latin typeface="Open Sans Light" pitchFamily="2" charset="0"/>
                <a:ea typeface="Open Sans Light" pitchFamily="2" charset="0"/>
                <a:cs typeface="Open Sans Light" pitchFamily="2"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pic>
        <p:nvPicPr>
          <p:cNvPr id="5" name="Image 4">
            <a:extLst>
              <a:ext uri="{FF2B5EF4-FFF2-40B4-BE49-F238E27FC236}">
                <a16:creationId xmlns:a16="http://schemas.microsoft.com/office/drawing/2014/main" id="{7D3CF202-DFB1-FDD7-B9DB-16209890E1ED}"/>
              </a:ext>
            </a:extLst>
          </p:cNvPr>
          <p:cNvPicPr>
            <a:picLocks noChangeAspect="1"/>
          </p:cNvPicPr>
          <p:nvPr userDrawn="1"/>
        </p:nvPicPr>
        <p:blipFill>
          <a:blip r:embed="rId2"/>
          <a:stretch>
            <a:fillRect/>
          </a:stretch>
        </p:blipFill>
        <p:spPr>
          <a:xfrm>
            <a:off x="11530874" y="475988"/>
            <a:ext cx="533079" cy="484173"/>
          </a:xfrm>
          <a:prstGeom prst="rect">
            <a:avLst/>
          </a:prstGeom>
        </p:spPr>
      </p:pic>
      <p:sp>
        <p:nvSpPr>
          <p:cNvPr id="6" name="Titre 5">
            <a:extLst>
              <a:ext uri="{FF2B5EF4-FFF2-40B4-BE49-F238E27FC236}">
                <a16:creationId xmlns:a16="http://schemas.microsoft.com/office/drawing/2014/main" id="{2A7BBAEA-E6B4-BC84-D29F-0279C5C7C80F}"/>
              </a:ext>
            </a:extLst>
          </p:cNvPr>
          <p:cNvSpPr>
            <a:spLocks noGrp="1"/>
          </p:cNvSpPr>
          <p:nvPr>
            <p:ph type="title"/>
          </p:nvPr>
        </p:nvSpPr>
        <p:spPr>
          <a:xfrm>
            <a:off x="2279650" y="202559"/>
            <a:ext cx="9074150" cy="1059607"/>
          </a:xfrm>
        </p:spPr>
        <p:txBody>
          <a:bodyPr/>
          <a:lstStyle>
            <a:lvl1pPr>
              <a:defRPr>
                <a:solidFill>
                  <a:srgbClr val="FFFFFF"/>
                </a:solidFill>
              </a:defRPr>
            </a:lvl1pPr>
          </a:lstStyle>
          <a:p>
            <a:r>
              <a:rPr lang="fr-FR"/>
              <a:t>Modifiez le style du titre</a:t>
            </a:r>
          </a:p>
        </p:txBody>
      </p:sp>
      <p:sp>
        <p:nvSpPr>
          <p:cNvPr id="7" name="Rectangle 6">
            <a:extLst>
              <a:ext uri="{FF2B5EF4-FFF2-40B4-BE49-F238E27FC236}">
                <a16:creationId xmlns:a16="http://schemas.microsoft.com/office/drawing/2014/main" id="{E2C6D7E3-F81C-4C23-1A2F-2C9C3231B7AF}"/>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8" name="logo">
            <a:extLst>
              <a:ext uri="{FF2B5EF4-FFF2-40B4-BE49-F238E27FC236}">
                <a16:creationId xmlns:a16="http://schemas.microsoft.com/office/drawing/2014/main" id="{8D4948F7-A432-5CB2-B22A-5B02EE54405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516370820"/>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ice (15)">
    <p:bg>
      <p:bgPr>
        <a:solidFill>
          <a:schemeClr val="accent6"/>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737EEB3-BC76-DF65-F038-CB8A38DC0BFC}"/>
              </a:ext>
            </a:extLst>
          </p:cNvPr>
          <p:cNvSpPr>
            <a:spLocks noGrp="1"/>
          </p:cNvSpPr>
          <p:nvPr>
            <p:ph type="pic" sz="quarter" idx="11"/>
          </p:nvPr>
        </p:nvSpPr>
        <p:spPr>
          <a:xfrm>
            <a:off x="4359689" y="4317999"/>
            <a:ext cx="3473450" cy="1905000"/>
          </a:xfrm>
          <a:custGeom>
            <a:avLst/>
            <a:gdLst>
              <a:gd name="connsiteX0" fmla="*/ 0 w 6946900"/>
              <a:gd name="connsiteY0" fmla="*/ 0 h 3809999"/>
              <a:gd name="connsiteX1" fmla="*/ 6946900 w 6946900"/>
              <a:gd name="connsiteY1" fmla="*/ 0 h 3809999"/>
              <a:gd name="connsiteX2" fmla="*/ 6946900 w 6946900"/>
              <a:gd name="connsiteY2" fmla="*/ 3302008 h 3809999"/>
              <a:gd name="connsiteX3" fmla="*/ 6936580 w 6946900"/>
              <a:gd name="connsiteY3" fmla="*/ 3404377 h 3809999"/>
              <a:gd name="connsiteX4" fmla="*/ 6438901 w 6946900"/>
              <a:gd name="connsiteY4" fmla="*/ 3809999 h 3809999"/>
              <a:gd name="connsiteX5" fmla="*/ 508000 w 6946900"/>
              <a:gd name="connsiteY5" fmla="*/ 3809999 h 3809999"/>
              <a:gd name="connsiteX6" fmla="*/ 0 w 6946900"/>
              <a:gd name="connsiteY6" fmla="*/ 3301999 h 380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6900" h="3809999">
                <a:moveTo>
                  <a:pt x="0" y="0"/>
                </a:moveTo>
                <a:lnTo>
                  <a:pt x="6946900" y="0"/>
                </a:lnTo>
                <a:lnTo>
                  <a:pt x="6946900" y="3302008"/>
                </a:lnTo>
                <a:lnTo>
                  <a:pt x="6936580" y="3404377"/>
                </a:lnTo>
                <a:cubicBezTo>
                  <a:pt x="6889210" y="3635862"/>
                  <a:pt x="6684388" y="3809999"/>
                  <a:pt x="6438901" y="3809999"/>
                </a:cubicBezTo>
                <a:lnTo>
                  <a:pt x="508000" y="3809999"/>
                </a:lnTo>
                <a:cubicBezTo>
                  <a:pt x="227439" y="3809999"/>
                  <a:pt x="0" y="3582555"/>
                  <a:pt x="0" y="3301999"/>
                </a:cubicBezTo>
                <a:close/>
              </a:path>
            </a:pathLst>
          </a:custGeom>
        </p:spPr>
        <p:txBody>
          <a:bodyPr wrap="square">
            <a:noAutofit/>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11" name="Picture Placeholder 10">
            <a:extLst>
              <a:ext uri="{FF2B5EF4-FFF2-40B4-BE49-F238E27FC236}">
                <a16:creationId xmlns:a16="http://schemas.microsoft.com/office/drawing/2014/main" id="{F0AD3CAE-ADF9-2650-BC7B-8CE0099F4EC3}"/>
              </a:ext>
            </a:extLst>
          </p:cNvPr>
          <p:cNvSpPr>
            <a:spLocks noGrp="1"/>
          </p:cNvSpPr>
          <p:nvPr>
            <p:ph type="pic" sz="quarter" idx="12"/>
          </p:nvPr>
        </p:nvSpPr>
        <p:spPr>
          <a:xfrm>
            <a:off x="8086862" y="4317998"/>
            <a:ext cx="3473450" cy="1905000"/>
          </a:xfrm>
          <a:custGeom>
            <a:avLst/>
            <a:gdLst>
              <a:gd name="connsiteX0" fmla="*/ 0 w 6946900"/>
              <a:gd name="connsiteY0" fmla="*/ 0 h 3809999"/>
              <a:gd name="connsiteX1" fmla="*/ 6946900 w 6946900"/>
              <a:gd name="connsiteY1" fmla="*/ 0 h 3809999"/>
              <a:gd name="connsiteX2" fmla="*/ 6946900 w 6946900"/>
              <a:gd name="connsiteY2" fmla="*/ 3302008 h 3809999"/>
              <a:gd name="connsiteX3" fmla="*/ 6936580 w 6946900"/>
              <a:gd name="connsiteY3" fmla="*/ 3404377 h 3809999"/>
              <a:gd name="connsiteX4" fmla="*/ 6438901 w 6946900"/>
              <a:gd name="connsiteY4" fmla="*/ 3809999 h 3809999"/>
              <a:gd name="connsiteX5" fmla="*/ 508000 w 6946900"/>
              <a:gd name="connsiteY5" fmla="*/ 3809999 h 3809999"/>
              <a:gd name="connsiteX6" fmla="*/ 0 w 6946900"/>
              <a:gd name="connsiteY6" fmla="*/ 3301999 h 380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6900" h="3809999">
                <a:moveTo>
                  <a:pt x="0" y="0"/>
                </a:moveTo>
                <a:lnTo>
                  <a:pt x="6946900" y="0"/>
                </a:lnTo>
                <a:lnTo>
                  <a:pt x="6946900" y="3302008"/>
                </a:lnTo>
                <a:lnTo>
                  <a:pt x="6936580" y="3404377"/>
                </a:lnTo>
                <a:cubicBezTo>
                  <a:pt x="6889210" y="3635862"/>
                  <a:pt x="6684388" y="3809999"/>
                  <a:pt x="6438901" y="3809999"/>
                </a:cubicBezTo>
                <a:lnTo>
                  <a:pt x="508000" y="3809999"/>
                </a:lnTo>
                <a:cubicBezTo>
                  <a:pt x="227439" y="3809999"/>
                  <a:pt x="0" y="3582555"/>
                  <a:pt x="0" y="3301999"/>
                </a:cubicBezTo>
                <a:close/>
              </a:path>
            </a:pathLst>
          </a:custGeom>
        </p:spPr>
        <p:txBody>
          <a:bodyPr wrap="square">
            <a:noAutofit/>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9" name="Picture Placeholder 8">
            <a:extLst>
              <a:ext uri="{FF2B5EF4-FFF2-40B4-BE49-F238E27FC236}">
                <a16:creationId xmlns:a16="http://schemas.microsoft.com/office/drawing/2014/main" id="{18279572-D3C3-C89E-B5D5-9AB213D9B2B4}"/>
              </a:ext>
            </a:extLst>
          </p:cNvPr>
          <p:cNvSpPr>
            <a:spLocks noGrp="1"/>
          </p:cNvSpPr>
          <p:nvPr>
            <p:ph type="pic" sz="quarter" idx="10"/>
          </p:nvPr>
        </p:nvSpPr>
        <p:spPr>
          <a:xfrm>
            <a:off x="632517" y="4317999"/>
            <a:ext cx="3473450" cy="1905000"/>
          </a:xfrm>
          <a:custGeom>
            <a:avLst/>
            <a:gdLst>
              <a:gd name="connsiteX0" fmla="*/ 0 w 6946900"/>
              <a:gd name="connsiteY0" fmla="*/ 0 h 3809999"/>
              <a:gd name="connsiteX1" fmla="*/ 6946900 w 6946900"/>
              <a:gd name="connsiteY1" fmla="*/ 0 h 3809999"/>
              <a:gd name="connsiteX2" fmla="*/ 6946900 w 6946900"/>
              <a:gd name="connsiteY2" fmla="*/ 3302008 h 3809999"/>
              <a:gd name="connsiteX3" fmla="*/ 6936580 w 6946900"/>
              <a:gd name="connsiteY3" fmla="*/ 3404377 h 3809999"/>
              <a:gd name="connsiteX4" fmla="*/ 6438901 w 6946900"/>
              <a:gd name="connsiteY4" fmla="*/ 3809999 h 3809999"/>
              <a:gd name="connsiteX5" fmla="*/ 508000 w 6946900"/>
              <a:gd name="connsiteY5" fmla="*/ 3809999 h 3809999"/>
              <a:gd name="connsiteX6" fmla="*/ 0 w 6946900"/>
              <a:gd name="connsiteY6" fmla="*/ 3301999 h 380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6900" h="3809999">
                <a:moveTo>
                  <a:pt x="0" y="0"/>
                </a:moveTo>
                <a:lnTo>
                  <a:pt x="6946900" y="0"/>
                </a:lnTo>
                <a:lnTo>
                  <a:pt x="6946900" y="3302008"/>
                </a:lnTo>
                <a:lnTo>
                  <a:pt x="6936580" y="3404377"/>
                </a:lnTo>
                <a:cubicBezTo>
                  <a:pt x="6889210" y="3635862"/>
                  <a:pt x="6684388" y="3809999"/>
                  <a:pt x="6438901" y="3809999"/>
                </a:cubicBezTo>
                <a:lnTo>
                  <a:pt x="508000" y="3809999"/>
                </a:lnTo>
                <a:cubicBezTo>
                  <a:pt x="227439" y="3809999"/>
                  <a:pt x="0" y="3582555"/>
                  <a:pt x="0" y="3301999"/>
                </a:cubicBezTo>
                <a:close/>
              </a:path>
            </a:pathLst>
          </a:custGeom>
        </p:spPr>
        <p:txBody>
          <a:bodyPr wrap="square">
            <a:noAutofit/>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8" name="Espace réservé du texte 6">
            <a:extLst>
              <a:ext uri="{FF2B5EF4-FFF2-40B4-BE49-F238E27FC236}">
                <a16:creationId xmlns:a16="http://schemas.microsoft.com/office/drawing/2014/main" id="{7E709A54-802E-346B-E7A8-C083B9EB5A99}"/>
              </a:ext>
            </a:extLst>
          </p:cNvPr>
          <p:cNvSpPr>
            <a:spLocks noGrp="1"/>
          </p:cNvSpPr>
          <p:nvPr>
            <p:ph type="body" sz="quarter" idx="13" hasCustomPrompt="1"/>
          </p:nvPr>
        </p:nvSpPr>
        <p:spPr>
          <a:xfrm>
            <a:off x="951779" y="1858431"/>
            <a:ext cx="2834925" cy="553670"/>
          </a:xfrm>
          <a:prstGeom prst="rect">
            <a:avLst/>
          </a:prstGeom>
        </p:spPr>
        <p:txBody>
          <a:bodyPr/>
          <a:lstStyle>
            <a:lvl1pPr marL="0" indent="0">
              <a:buNone/>
              <a:defRPr sz="25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titre</a:t>
            </a:r>
          </a:p>
        </p:txBody>
      </p:sp>
      <p:sp>
        <p:nvSpPr>
          <p:cNvPr id="19" name="Espace réservé du texte 6">
            <a:extLst>
              <a:ext uri="{FF2B5EF4-FFF2-40B4-BE49-F238E27FC236}">
                <a16:creationId xmlns:a16="http://schemas.microsoft.com/office/drawing/2014/main" id="{BC143629-5675-E8BC-ABA9-C7F3ADCA1D40}"/>
              </a:ext>
            </a:extLst>
          </p:cNvPr>
          <p:cNvSpPr>
            <a:spLocks noGrp="1"/>
          </p:cNvSpPr>
          <p:nvPr>
            <p:ph type="body" sz="quarter" idx="14" hasCustomPrompt="1"/>
          </p:nvPr>
        </p:nvSpPr>
        <p:spPr>
          <a:xfrm>
            <a:off x="951779" y="2635250"/>
            <a:ext cx="2834925" cy="534373"/>
          </a:xfrm>
          <a:prstGeom prst="rect">
            <a:avLst/>
          </a:prstGeom>
        </p:spPr>
        <p:txBody>
          <a:bodyPr/>
          <a:lstStyle>
            <a:lvl1pPr marL="0" indent="0">
              <a:buNone/>
              <a:defRPr sz="10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texte</a:t>
            </a:r>
          </a:p>
        </p:txBody>
      </p:sp>
      <p:sp>
        <p:nvSpPr>
          <p:cNvPr id="21" name="Espace réservé du texte 6">
            <a:extLst>
              <a:ext uri="{FF2B5EF4-FFF2-40B4-BE49-F238E27FC236}">
                <a16:creationId xmlns:a16="http://schemas.microsoft.com/office/drawing/2014/main" id="{489A1061-85B1-4A28-679F-4D59614F4685}"/>
              </a:ext>
            </a:extLst>
          </p:cNvPr>
          <p:cNvSpPr>
            <a:spLocks noGrp="1"/>
          </p:cNvSpPr>
          <p:nvPr>
            <p:ph type="body" sz="quarter" idx="15" hasCustomPrompt="1"/>
          </p:nvPr>
        </p:nvSpPr>
        <p:spPr>
          <a:xfrm>
            <a:off x="956026" y="3718054"/>
            <a:ext cx="2834925" cy="534373"/>
          </a:xfrm>
          <a:prstGeom prst="rect">
            <a:avLst/>
          </a:prstGeom>
        </p:spPr>
        <p:txBody>
          <a:bodyPr/>
          <a:lstStyle>
            <a:lvl1pPr marL="0" indent="0">
              <a:buNone/>
              <a:defRPr sz="12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texte</a:t>
            </a:r>
          </a:p>
        </p:txBody>
      </p:sp>
      <p:sp>
        <p:nvSpPr>
          <p:cNvPr id="22" name="Espace réservé du texte 6">
            <a:extLst>
              <a:ext uri="{FF2B5EF4-FFF2-40B4-BE49-F238E27FC236}">
                <a16:creationId xmlns:a16="http://schemas.microsoft.com/office/drawing/2014/main" id="{F6C4BFFD-65D6-B15F-3A2A-E5DBF41E150C}"/>
              </a:ext>
            </a:extLst>
          </p:cNvPr>
          <p:cNvSpPr>
            <a:spLocks noGrp="1"/>
          </p:cNvSpPr>
          <p:nvPr>
            <p:ph type="body" sz="quarter" idx="16" hasCustomPrompt="1"/>
          </p:nvPr>
        </p:nvSpPr>
        <p:spPr>
          <a:xfrm>
            <a:off x="4674291" y="1858431"/>
            <a:ext cx="2834925" cy="553670"/>
          </a:xfrm>
          <a:prstGeom prst="rect">
            <a:avLst/>
          </a:prstGeom>
        </p:spPr>
        <p:txBody>
          <a:bodyPr/>
          <a:lstStyle>
            <a:lvl1pPr marL="0" indent="0">
              <a:buNone/>
              <a:defRPr sz="25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titre</a:t>
            </a:r>
          </a:p>
        </p:txBody>
      </p:sp>
      <p:sp>
        <p:nvSpPr>
          <p:cNvPr id="23" name="Espace réservé du texte 6">
            <a:extLst>
              <a:ext uri="{FF2B5EF4-FFF2-40B4-BE49-F238E27FC236}">
                <a16:creationId xmlns:a16="http://schemas.microsoft.com/office/drawing/2014/main" id="{7328D9EA-2351-C990-6323-6A40BF50A7C1}"/>
              </a:ext>
            </a:extLst>
          </p:cNvPr>
          <p:cNvSpPr>
            <a:spLocks noGrp="1"/>
          </p:cNvSpPr>
          <p:nvPr>
            <p:ph type="body" sz="quarter" idx="17" hasCustomPrompt="1"/>
          </p:nvPr>
        </p:nvSpPr>
        <p:spPr>
          <a:xfrm>
            <a:off x="4674291" y="2635250"/>
            <a:ext cx="2834925" cy="534373"/>
          </a:xfrm>
          <a:prstGeom prst="rect">
            <a:avLst/>
          </a:prstGeom>
        </p:spPr>
        <p:txBody>
          <a:bodyPr/>
          <a:lstStyle>
            <a:lvl1pPr marL="0" indent="0">
              <a:buNone/>
              <a:defRPr sz="10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texte</a:t>
            </a:r>
          </a:p>
        </p:txBody>
      </p:sp>
      <p:sp>
        <p:nvSpPr>
          <p:cNvPr id="24" name="Espace réservé du texte 6">
            <a:extLst>
              <a:ext uri="{FF2B5EF4-FFF2-40B4-BE49-F238E27FC236}">
                <a16:creationId xmlns:a16="http://schemas.microsoft.com/office/drawing/2014/main" id="{99D8765C-9C44-83A4-0E1D-95DB18227760}"/>
              </a:ext>
            </a:extLst>
          </p:cNvPr>
          <p:cNvSpPr>
            <a:spLocks noGrp="1"/>
          </p:cNvSpPr>
          <p:nvPr>
            <p:ph type="body" sz="quarter" idx="18" hasCustomPrompt="1"/>
          </p:nvPr>
        </p:nvSpPr>
        <p:spPr>
          <a:xfrm>
            <a:off x="4678538" y="3718054"/>
            <a:ext cx="2834925" cy="534373"/>
          </a:xfrm>
          <a:prstGeom prst="rect">
            <a:avLst/>
          </a:prstGeom>
        </p:spPr>
        <p:txBody>
          <a:bodyPr/>
          <a:lstStyle>
            <a:lvl1pPr marL="0" indent="0">
              <a:buNone/>
              <a:defRPr sz="12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texte</a:t>
            </a:r>
          </a:p>
        </p:txBody>
      </p:sp>
      <p:sp>
        <p:nvSpPr>
          <p:cNvPr id="25" name="Espace réservé du texte 6">
            <a:extLst>
              <a:ext uri="{FF2B5EF4-FFF2-40B4-BE49-F238E27FC236}">
                <a16:creationId xmlns:a16="http://schemas.microsoft.com/office/drawing/2014/main" id="{086D67D4-FD14-5C76-1337-13B31849A8CD}"/>
              </a:ext>
            </a:extLst>
          </p:cNvPr>
          <p:cNvSpPr>
            <a:spLocks noGrp="1"/>
          </p:cNvSpPr>
          <p:nvPr>
            <p:ph type="body" sz="quarter" idx="19" hasCustomPrompt="1"/>
          </p:nvPr>
        </p:nvSpPr>
        <p:spPr>
          <a:xfrm>
            <a:off x="8392556" y="1858431"/>
            <a:ext cx="2834925" cy="553670"/>
          </a:xfrm>
          <a:prstGeom prst="rect">
            <a:avLst/>
          </a:prstGeom>
        </p:spPr>
        <p:txBody>
          <a:bodyPr/>
          <a:lstStyle>
            <a:lvl1pPr marL="0" indent="0">
              <a:buNone/>
              <a:defRPr sz="25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titre</a:t>
            </a:r>
          </a:p>
        </p:txBody>
      </p:sp>
      <p:sp>
        <p:nvSpPr>
          <p:cNvPr id="26" name="Espace réservé du texte 6">
            <a:extLst>
              <a:ext uri="{FF2B5EF4-FFF2-40B4-BE49-F238E27FC236}">
                <a16:creationId xmlns:a16="http://schemas.microsoft.com/office/drawing/2014/main" id="{3AB79619-8D99-41A8-87D2-1BD37752BBFA}"/>
              </a:ext>
            </a:extLst>
          </p:cNvPr>
          <p:cNvSpPr>
            <a:spLocks noGrp="1"/>
          </p:cNvSpPr>
          <p:nvPr>
            <p:ph type="body" sz="quarter" idx="20" hasCustomPrompt="1"/>
          </p:nvPr>
        </p:nvSpPr>
        <p:spPr>
          <a:xfrm>
            <a:off x="8392556" y="2635250"/>
            <a:ext cx="2834925" cy="534373"/>
          </a:xfrm>
          <a:prstGeom prst="rect">
            <a:avLst/>
          </a:prstGeom>
        </p:spPr>
        <p:txBody>
          <a:bodyPr/>
          <a:lstStyle>
            <a:lvl1pPr marL="0" indent="0">
              <a:buNone/>
              <a:defRPr sz="10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texte</a:t>
            </a:r>
          </a:p>
        </p:txBody>
      </p:sp>
      <p:sp>
        <p:nvSpPr>
          <p:cNvPr id="27" name="Espace réservé du texte 6">
            <a:extLst>
              <a:ext uri="{FF2B5EF4-FFF2-40B4-BE49-F238E27FC236}">
                <a16:creationId xmlns:a16="http://schemas.microsoft.com/office/drawing/2014/main" id="{5C60FBF0-D948-DE38-3E8B-131994A7DFF1}"/>
              </a:ext>
            </a:extLst>
          </p:cNvPr>
          <p:cNvSpPr>
            <a:spLocks noGrp="1"/>
          </p:cNvSpPr>
          <p:nvPr>
            <p:ph type="body" sz="quarter" idx="21" hasCustomPrompt="1"/>
          </p:nvPr>
        </p:nvSpPr>
        <p:spPr>
          <a:xfrm>
            <a:off x="8396803" y="3718054"/>
            <a:ext cx="2834925" cy="534373"/>
          </a:xfrm>
          <a:prstGeom prst="rect">
            <a:avLst/>
          </a:prstGeom>
        </p:spPr>
        <p:txBody>
          <a:bodyPr/>
          <a:lstStyle>
            <a:lvl1pPr marL="0" indent="0">
              <a:buNone/>
              <a:defRPr sz="1200" b="1">
                <a:solidFill>
                  <a:schemeClr val="bg1"/>
                </a:solidFill>
                <a:latin typeface="Open Sans ExtraBold" pitchFamily="2" charset="0"/>
                <a:ea typeface="Open Sans ExtraBold" pitchFamily="2" charset="0"/>
                <a:cs typeface="Open Sans ExtraBold" pitchFamily="2" charset="0"/>
              </a:defRPr>
            </a:lvl1pPr>
          </a:lstStyle>
          <a:p>
            <a:pPr lvl="0"/>
            <a:r>
              <a:rPr lang="fr-FR"/>
              <a:t>Ajouter un texte</a:t>
            </a:r>
          </a:p>
        </p:txBody>
      </p:sp>
      <p:pic>
        <p:nvPicPr>
          <p:cNvPr id="4" name="Image 3">
            <a:extLst>
              <a:ext uri="{FF2B5EF4-FFF2-40B4-BE49-F238E27FC236}">
                <a16:creationId xmlns:a16="http://schemas.microsoft.com/office/drawing/2014/main" id="{0A48A9C1-FD58-833A-24C1-13774F93ECF9}"/>
              </a:ext>
            </a:extLst>
          </p:cNvPr>
          <p:cNvPicPr>
            <a:picLocks noChangeAspect="1"/>
          </p:cNvPicPr>
          <p:nvPr userDrawn="1"/>
        </p:nvPicPr>
        <p:blipFill>
          <a:blip r:embed="rId2"/>
          <a:stretch>
            <a:fillRect/>
          </a:stretch>
        </p:blipFill>
        <p:spPr>
          <a:xfrm>
            <a:off x="11530874" y="475988"/>
            <a:ext cx="533079" cy="484173"/>
          </a:xfrm>
          <a:prstGeom prst="rect">
            <a:avLst/>
          </a:prstGeom>
        </p:spPr>
      </p:pic>
      <p:sp>
        <p:nvSpPr>
          <p:cNvPr id="12" name="Espace réservé du texte 7">
            <a:extLst>
              <a:ext uri="{FF2B5EF4-FFF2-40B4-BE49-F238E27FC236}">
                <a16:creationId xmlns:a16="http://schemas.microsoft.com/office/drawing/2014/main" id="{A3809B06-EA5F-21CB-DF1D-A4DCF9874767}"/>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2" name="Titre 1">
            <a:extLst>
              <a:ext uri="{FF2B5EF4-FFF2-40B4-BE49-F238E27FC236}">
                <a16:creationId xmlns:a16="http://schemas.microsoft.com/office/drawing/2014/main" id="{CECD2A05-2B09-77EE-2B1F-9589D255B678}"/>
              </a:ext>
            </a:extLst>
          </p:cNvPr>
          <p:cNvSpPr>
            <a:spLocks noGrp="1"/>
          </p:cNvSpPr>
          <p:nvPr>
            <p:ph type="title"/>
          </p:nvPr>
        </p:nvSpPr>
        <p:spPr>
          <a:xfrm>
            <a:off x="2279650" y="202559"/>
            <a:ext cx="9074150" cy="1059607"/>
          </a:xfrm>
        </p:spPr>
        <p:txBody>
          <a:bodyPr/>
          <a:lstStyle>
            <a:lvl1pPr>
              <a:defRPr>
                <a:solidFill>
                  <a:srgbClr val="FFFFFF"/>
                </a:solidFill>
              </a:defRPr>
            </a:lvl1pPr>
          </a:lstStyle>
          <a:p>
            <a:r>
              <a:rPr lang="fr-FR"/>
              <a:t>Modifiez le style du titre</a:t>
            </a:r>
          </a:p>
        </p:txBody>
      </p:sp>
      <p:sp>
        <p:nvSpPr>
          <p:cNvPr id="5" name="Rectangle 4">
            <a:extLst>
              <a:ext uri="{FF2B5EF4-FFF2-40B4-BE49-F238E27FC236}">
                <a16:creationId xmlns:a16="http://schemas.microsoft.com/office/drawing/2014/main" id="{3C98F81F-C83D-6D50-B3A2-449A8CCA708C}"/>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6" name="logo">
            <a:extLst>
              <a:ext uri="{FF2B5EF4-FFF2-40B4-BE49-F238E27FC236}">
                <a16:creationId xmlns:a16="http://schemas.microsoft.com/office/drawing/2014/main" id="{673B5B79-A4F2-3B34-0962-1AE5562B1D24}"/>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784668009"/>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MEP photo centre">
    <p:bg>
      <p:bgPr>
        <a:solidFill>
          <a:schemeClr val="accent6"/>
        </a:solidFill>
        <a:effectLst/>
      </p:bgPr>
    </p:bg>
    <p:spTree>
      <p:nvGrpSpPr>
        <p:cNvPr id="1" name=""/>
        <p:cNvGrpSpPr/>
        <p:nvPr/>
      </p:nvGrpSpPr>
      <p:grpSpPr>
        <a:xfrm>
          <a:off x="0" y="0"/>
          <a:ext cx="0" cy="0"/>
          <a:chOff x="0" y="0"/>
          <a:chExt cx="0" cy="0"/>
        </a:xfrm>
      </p:grpSpPr>
      <p:pic>
        <p:nvPicPr>
          <p:cNvPr id="11" name="Graphique 10">
            <a:extLst>
              <a:ext uri="{FF2B5EF4-FFF2-40B4-BE49-F238E27FC236}">
                <a16:creationId xmlns:a16="http://schemas.microsoft.com/office/drawing/2014/main" id="{64FCED8D-E534-91C8-2B83-426014DE1A6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6938" y="545243"/>
            <a:ext cx="5534868" cy="5773916"/>
          </a:xfrm>
          <a:prstGeom prst="rect">
            <a:avLst/>
          </a:prstGeom>
        </p:spPr>
      </p:pic>
      <p:sp>
        <p:nvSpPr>
          <p:cNvPr id="12" name="Picture Placeholder 3">
            <a:extLst>
              <a:ext uri="{FF2B5EF4-FFF2-40B4-BE49-F238E27FC236}">
                <a16:creationId xmlns:a16="http://schemas.microsoft.com/office/drawing/2014/main" id="{87E48A11-4CF5-548B-7696-683885D582A2}"/>
              </a:ext>
            </a:extLst>
          </p:cNvPr>
          <p:cNvSpPr>
            <a:spLocks noGrp="1"/>
          </p:cNvSpPr>
          <p:nvPr>
            <p:ph type="pic" sz="quarter" idx="10"/>
          </p:nvPr>
        </p:nvSpPr>
        <p:spPr>
          <a:xfrm>
            <a:off x="7091536" y="1869764"/>
            <a:ext cx="3171882" cy="3171882"/>
          </a:xfrm>
          <a:prstGeom prst="ellipse">
            <a:avLst/>
          </a:prstGeom>
        </p:spPr>
        <p:txBody>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pic>
        <p:nvPicPr>
          <p:cNvPr id="13" name="Image 12">
            <a:extLst>
              <a:ext uri="{FF2B5EF4-FFF2-40B4-BE49-F238E27FC236}">
                <a16:creationId xmlns:a16="http://schemas.microsoft.com/office/drawing/2014/main" id="{0A0B2405-D6C5-3498-90E7-9DC5736ADD48}"/>
              </a:ext>
            </a:extLst>
          </p:cNvPr>
          <p:cNvPicPr>
            <a:picLocks noChangeAspect="1"/>
          </p:cNvPicPr>
          <p:nvPr userDrawn="1"/>
        </p:nvPicPr>
        <p:blipFill>
          <a:blip r:embed="rId4"/>
          <a:stretch>
            <a:fillRect/>
          </a:stretch>
        </p:blipFill>
        <p:spPr>
          <a:xfrm>
            <a:off x="9758903" y="1363743"/>
            <a:ext cx="1080770" cy="981617"/>
          </a:xfrm>
          <a:prstGeom prst="rect">
            <a:avLst/>
          </a:prstGeom>
        </p:spPr>
      </p:pic>
      <p:sp>
        <p:nvSpPr>
          <p:cNvPr id="19" name="Espace réservé du texte 14">
            <a:extLst>
              <a:ext uri="{FF2B5EF4-FFF2-40B4-BE49-F238E27FC236}">
                <a16:creationId xmlns:a16="http://schemas.microsoft.com/office/drawing/2014/main" id="{D5951935-6748-F591-F394-D2CACC2ACA9D}"/>
              </a:ext>
            </a:extLst>
          </p:cNvPr>
          <p:cNvSpPr>
            <a:spLocks noGrp="1"/>
          </p:cNvSpPr>
          <p:nvPr>
            <p:ph type="body" sz="quarter" idx="15" hasCustomPrompt="1"/>
          </p:nvPr>
        </p:nvSpPr>
        <p:spPr>
          <a:xfrm>
            <a:off x="561182" y="4280557"/>
            <a:ext cx="4465213" cy="407270"/>
          </a:xfrm>
          <a:prstGeom prst="rect">
            <a:avLst/>
          </a:prstGeom>
        </p:spPr>
        <p:txBody>
          <a:bodyPr/>
          <a:lstStyle>
            <a:lvl1pPr marL="0" indent="0">
              <a:buNone/>
              <a:defRPr sz="1600" b="1" i="0" baseline="0">
                <a:solidFill>
                  <a:srgbClr val="F6F6F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Nom prénom</a:t>
            </a:r>
          </a:p>
        </p:txBody>
      </p:sp>
      <p:sp>
        <p:nvSpPr>
          <p:cNvPr id="20" name="Espace réservé du texte 14">
            <a:extLst>
              <a:ext uri="{FF2B5EF4-FFF2-40B4-BE49-F238E27FC236}">
                <a16:creationId xmlns:a16="http://schemas.microsoft.com/office/drawing/2014/main" id="{2DA8E919-03AC-3D9D-636E-A29A5FC2928B}"/>
              </a:ext>
            </a:extLst>
          </p:cNvPr>
          <p:cNvSpPr>
            <a:spLocks noGrp="1"/>
          </p:cNvSpPr>
          <p:nvPr>
            <p:ph type="body" sz="quarter" idx="16" hasCustomPrompt="1"/>
          </p:nvPr>
        </p:nvSpPr>
        <p:spPr>
          <a:xfrm>
            <a:off x="561182" y="4713264"/>
            <a:ext cx="4465213" cy="303176"/>
          </a:xfrm>
          <a:prstGeom prst="rect">
            <a:avLst/>
          </a:prstGeom>
        </p:spPr>
        <p:txBody>
          <a:bodyPr/>
          <a:lstStyle>
            <a:lvl1pPr marL="0" indent="0">
              <a:buNone/>
              <a:defRPr sz="1050" b="0" i="0" baseline="0">
                <a:solidFill>
                  <a:schemeClr val="tx1">
                    <a:lumMod val="25000"/>
                    <a:lumOff val="7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Profession</a:t>
            </a:r>
          </a:p>
        </p:txBody>
      </p:sp>
      <p:sp>
        <p:nvSpPr>
          <p:cNvPr id="21" name="Espace réservé du texte 7">
            <a:extLst>
              <a:ext uri="{FF2B5EF4-FFF2-40B4-BE49-F238E27FC236}">
                <a16:creationId xmlns:a16="http://schemas.microsoft.com/office/drawing/2014/main" id="{2967C5BC-0670-D71A-7DCE-9F1CFDF05DAD}"/>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5" name="Titre 4">
            <a:extLst>
              <a:ext uri="{FF2B5EF4-FFF2-40B4-BE49-F238E27FC236}">
                <a16:creationId xmlns:a16="http://schemas.microsoft.com/office/drawing/2014/main" id="{C91140E2-751C-36D4-F053-83B607398123}"/>
              </a:ext>
            </a:extLst>
          </p:cNvPr>
          <p:cNvSpPr>
            <a:spLocks noGrp="1"/>
          </p:cNvSpPr>
          <p:nvPr>
            <p:ph type="title"/>
          </p:nvPr>
        </p:nvSpPr>
        <p:spPr>
          <a:xfrm>
            <a:off x="2279650" y="202559"/>
            <a:ext cx="9074150" cy="1059607"/>
          </a:xfrm>
        </p:spPr>
        <p:txBody>
          <a:bodyPr/>
          <a:lstStyle>
            <a:lvl1pPr>
              <a:defRPr>
                <a:solidFill>
                  <a:srgbClr val="FFFFFF"/>
                </a:solidFill>
              </a:defRPr>
            </a:lvl1pPr>
          </a:lstStyle>
          <a:p>
            <a:r>
              <a:rPr lang="fr-FR"/>
              <a:t>Modifiez le style du titre</a:t>
            </a:r>
          </a:p>
        </p:txBody>
      </p:sp>
      <p:sp>
        <p:nvSpPr>
          <p:cNvPr id="6" name="Espace réservé du texte 8">
            <a:extLst>
              <a:ext uri="{FF2B5EF4-FFF2-40B4-BE49-F238E27FC236}">
                <a16:creationId xmlns:a16="http://schemas.microsoft.com/office/drawing/2014/main" id="{16DA6C5A-604F-AB52-3572-D6AE49B454D9}"/>
              </a:ext>
            </a:extLst>
          </p:cNvPr>
          <p:cNvSpPr>
            <a:spLocks noGrp="1"/>
          </p:cNvSpPr>
          <p:nvPr>
            <p:ph type="body" sz="quarter" idx="17"/>
          </p:nvPr>
        </p:nvSpPr>
        <p:spPr>
          <a:xfrm>
            <a:off x="566970" y="1660967"/>
            <a:ext cx="4459425" cy="2523281"/>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6">
            <a:extLst>
              <a:ext uri="{FF2B5EF4-FFF2-40B4-BE49-F238E27FC236}">
                <a16:creationId xmlns:a16="http://schemas.microsoft.com/office/drawing/2014/main" id="{16E15BF3-107F-6CC8-22E9-6A110E042C6B}"/>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pic>
        <p:nvPicPr>
          <p:cNvPr id="8" name="logo">
            <a:extLst>
              <a:ext uri="{FF2B5EF4-FFF2-40B4-BE49-F238E27FC236}">
                <a16:creationId xmlns:a16="http://schemas.microsoft.com/office/drawing/2014/main" id="{F4FCD25A-D52C-0455-F61F-53A56DD197D8}"/>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571135" y="545195"/>
            <a:ext cx="1391480" cy="336842"/>
          </a:xfrm>
          <a:prstGeom prst="rect">
            <a:avLst/>
          </a:prstGeom>
        </p:spPr>
      </p:pic>
    </p:spTree>
    <p:extLst>
      <p:ext uri="{BB962C8B-B14F-4D97-AF65-F5344CB8AC3E}">
        <p14:creationId xmlns:p14="http://schemas.microsoft.com/office/powerpoint/2010/main" val="1169233521"/>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Slide de titre 2">
    <p:bg>
      <p:bgPr>
        <a:solidFill>
          <a:srgbClr val="101550"/>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1813D082-AB41-27E2-1966-2FEBF6D1CE8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981274" y="1214365"/>
            <a:ext cx="2230379" cy="1618936"/>
          </a:xfrm>
          <a:prstGeom prst="rect">
            <a:avLst/>
          </a:prstGeom>
        </p:spPr>
      </p:pic>
      <p:sp>
        <p:nvSpPr>
          <p:cNvPr id="53" name="Google Shape;869;p81">
            <a:extLst>
              <a:ext uri="{FF2B5EF4-FFF2-40B4-BE49-F238E27FC236}">
                <a16:creationId xmlns:a16="http://schemas.microsoft.com/office/drawing/2014/main" id="{AA57DE2D-A17A-ED93-893D-95085644FD68}"/>
              </a:ext>
            </a:extLst>
          </p:cNvPr>
          <p:cNvSpPr txBox="1"/>
          <p:nvPr userDrawn="1"/>
        </p:nvSpPr>
        <p:spPr>
          <a:xfrm>
            <a:off x="124691" y="5665291"/>
            <a:ext cx="12191999"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a:solidFill>
                  <a:schemeClr val="dk2"/>
                </a:solidFill>
                <a:latin typeface="Open Sans Light" pitchFamily="2" charset="0"/>
                <a:ea typeface="Open Sans Light" pitchFamily="2" charset="0"/>
                <a:cs typeface="Open Sans Light" pitchFamily="2" charset="0"/>
                <a:sym typeface="Arial"/>
              </a:rPr>
              <a:t>25 rue de Maubeuge, 75009 Paris            +33 (0)1 44 54 26 36              </a:t>
            </a:r>
            <a:r>
              <a:rPr lang="fr-FR" sz="1600" b="0" i="0" u="none" strike="noStrike" cap="none" err="1">
                <a:solidFill>
                  <a:schemeClr val="dk2"/>
                </a:solidFill>
                <a:latin typeface="Open Sans Light" pitchFamily="2" charset="0"/>
                <a:ea typeface="Open Sans Light" pitchFamily="2" charset="0"/>
                <a:cs typeface="Open Sans Light" pitchFamily="2" charset="0"/>
                <a:sym typeface="Arial"/>
              </a:rPr>
              <a:t>contact@sqorus.com</a:t>
            </a:r>
            <a:endParaRPr sz="2400" b="0" i="0" u="none" strike="noStrike" cap="none">
              <a:solidFill>
                <a:schemeClr val="accent2"/>
              </a:solidFill>
              <a:latin typeface="Open Sans Light" pitchFamily="2" charset="0"/>
              <a:ea typeface="Open Sans Light" pitchFamily="2" charset="0"/>
              <a:cs typeface="Open Sans Light" pitchFamily="2" charset="0"/>
              <a:sym typeface="Arial"/>
            </a:endParaRPr>
          </a:p>
        </p:txBody>
      </p:sp>
      <p:sp>
        <p:nvSpPr>
          <p:cNvPr id="54" name="Google Shape;870;p81">
            <a:extLst>
              <a:ext uri="{FF2B5EF4-FFF2-40B4-BE49-F238E27FC236}">
                <a16:creationId xmlns:a16="http://schemas.microsoft.com/office/drawing/2014/main" id="{5340143A-BC99-9742-E9E4-CEAEE06CDA36}"/>
              </a:ext>
            </a:extLst>
          </p:cNvPr>
          <p:cNvSpPr/>
          <p:nvPr userDrawn="1"/>
        </p:nvSpPr>
        <p:spPr>
          <a:xfrm>
            <a:off x="8160245" y="5784172"/>
            <a:ext cx="198192" cy="142491"/>
          </a:xfrm>
          <a:custGeom>
            <a:avLst/>
            <a:gdLst/>
            <a:ahLst/>
            <a:cxnLst/>
            <a:rect l="l" t="t" r="r" b="b"/>
            <a:pathLst>
              <a:path w="306" h="220" extrusionOk="0">
                <a:moveTo>
                  <a:pt x="10" y="194"/>
                </a:moveTo>
                <a:lnTo>
                  <a:pt x="111" y="106"/>
                </a:lnTo>
                <a:lnTo>
                  <a:pt x="12" y="22"/>
                </a:lnTo>
                <a:lnTo>
                  <a:pt x="14" y="12"/>
                </a:lnTo>
                <a:lnTo>
                  <a:pt x="153" y="116"/>
                </a:lnTo>
                <a:lnTo>
                  <a:pt x="298" y="16"/>
                </a:lnTo>
                <a:lnTo>
                  <a:pt x="296" y="26"/>
                </a:lnTo>
                <a:lnTo>
                  <a:pt x="199" y="108"/>
                </a:lnTo>
                <a:lnTo>
                  <a:pt x="294" y="200"/>
                </a:lnTo>
                <a:lnTo>
                  <a:pt x="292" y="210"/>
                </a:lnTo>
                <a:lnTo>
                  <a:pt x="185" y="120"/>
                </a:lnTo>
                <a:lnTo>
                  <a:pt x="153" y="146"/>
                </a:lnTo>
                <a:lnTo>
                  <a:pt x="119" y="118"/>
                </a:lnTo>
                <a:lnTo>
                  <a:pt x="8" y="206"/>
                </a:lnTo>
                <a:lnTo>
                  <a:pt x="10" y="194"/>
                </a:lnTo>
                <a:close/>
                <a:moveTo>
                  <a:pt x="2" y="0"/>
                </a:moveTo>
                <a:lnTo>
                  <a:pt x="0" y="216"/>
                </a:lnTo>
                <a:lnTo>
                  <a:pt x="304" y="220"/>
                </a:lnTo>
                <a:lnTo>
                  <a:pt x="306" y="6"/>
                </a:lnTo>
                <a:lnTo>
                  <a:pt x="2" y="0"/>
                </a:lnTo>
                <a:close/>
              </a:path>
            </a:pathLst>
          </a:custGeom>
          <a:solidFill>
            <a:srgbClr val="F5614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Light" pitchFamily="2" charset="0"/>
              <a:ea typeface="Open Sans Light" pitchFamily="2" charset="0"/>
              <a:cs typeface="Open Sans Light" pitchFamily="2" charset="0"/>
              <a:sym typeface="Arial"/>
            </a:endParaRPr>
          </a:p>
        </p:txBody>
      </p:sp>
      <p:sp>
        <p:nvSpPr>
          <p:cNvPr id="55" name="Google Shape;871;p81">
            <a:extLst>
              <a:ext uri="{FF2B5EF4-FFF2-40B4-BE49-F238E27FC236}">
                <a16:creationId xmlns:a16="http://schemas.microsoft.com/office/drawing/2014/main" id="{F1FC7760-FC70-1ECF-3516-D586C3F2E5BE}"/>
              </a:ext>
            </a:extLst>
          </p:cNvPr>
          <p:cNvSpPr/>
          <p:nvPr userDrawn="1"/>
        </p:nvSpPr>
        <p:spPr>
          <a:xfrm>
            <a:off x="1826026" y="5767238"/>
            <a:ext cx="99534" cy="142491"/>
          </a:xfrm>
          <a:custGeom>
            <a:avLst/>
            <a:gdLst/>
            <a:ahLst/>
            <a:cxnLst/>
            <a:rect l="l" t="t" r="r" b="b"/>
            <a:pathLst>
              <a:path w="190" h="272" extrusionOk="0">
                <a:moveTo>
                  <a:pt x="94" y="0"/>
                </a:moveTo>
                <a:lnTo>
                  <a:pt x="94" y="0"/>
                </a:lnTo>
                <a:lnTo>
                  <a:pt x="76" y="2"/>
                </a:lnTo>
                <a:lnTo>
                  <a:pt x="58" y="8"/>
                </a:lnTo>
                <a:lnTo>
                  <a:pt x="42" y="16"/>
                </a:lnTo>
                <a:lnTo>
                  <a:pt x="28" y="28"/>
                </a:lnTo>
                <a:lnTo>
                  <a:pt x="16" y="42"/>
                </a:lnTo>
                <a:lnTo>
                  <a:pt x="8" y="58"/>
                </a:lnTo>
                <a:lnTo>
                  <a:pt x="2" y="76"/>
                </a:lnTo>
                <a:lnTo>
                  <a:pt x="0" y="94"/>
                </a:lnTo>
                <a:lnTo>
                  <a:pt x="0" y="94"/>
                </a:lnTo>
                <a:lnTo>
                  <a:pt x="0" y="106"/>
                </a:lnTo>
                <a:lnTo>
                  <a:pt x="4" y="118"/>
                </a:lnTo>
                <a:lnTo>
                  <a:pt x="14" y="146"/>
                </a:lnTo>
                <a:lnTo>
                  <a:pt x="30" y="176"/>
                </a:lnTo>
                <a:lnTo>
                  <a:pt x="46" y="204"/>
                </a:lnTo>
                <a:lnTo>
                  <a:pt x="80" y="252"/>
                </a:lnTo>
                <a:lnTo>
                  <a:pt x="94" y="272"/>
                </a:lnTo>
                <a:lnTo>
                  <a:pt x="94" y="272"/>
                </a:lnTo>
                <a:lnTo>
                  <a:pt x="110" y="252"/>
                </a:lnTo>
                <a:lnTo>
                  <a:pt x="142" y="204"/>
                </a:lnTo>
                <a:lnTo>
                  <a:pt x="160" y="176"/>
                </a:lnTo>
                <a:lnTo>
                  <a:pt x="176" y="146"/>
                </a:lnTo>
                <a:lnTo>
                  <a:pt x="186" y="118"/>
                </a:lnTo>
                <a:lnTo>
                  <a:pt x="190" y="106"/>
                </a:lnTo>
                <a:lnTo>
                  <a:pt x="190" y="94"/>
                </a:lnTo>
                <a:lnTo>
                  <a:pt x="190" y="94"/>
                </a:lnTo>
                <a:lnTo>
                  <a:pt x="188" y="76"/>
                </a:lnTo>
                <a:lnTo>
                  <a:pt x="182" y="58"/>
                </a:lnTo>
                <a:lnTo>
                  <a:pt x="174" y="42"/>
                </a:lnTo>
                <a:lnTo>
                  <a:pt x="162" y="28"/>
                </a:lnTo>
                <a:lnTo>
                  <a:pt x="148" y="16"/>
                </a:lnTo>
                <a:lnTo>
                  <a:pt x="132" y="8"/>
                </a:lnTo>
                <a:lnTo>
                  <a:pt x="114" y="2"/>
                </a:lnTo>
                <a:lnTo>
                  <a:pt x="94" y="0"/>
                </a:lnTo>
                <a:close/>
                <a:moveTo>
                  <a:pt x="94" y="154"/>
                </a:moveTo>
                <a:lnTo>
                  <a:pt x="94" y="154"/>
                </a:lnTo>
                <a:lnTo>
                  <a:pt x="84" y="152"/>
                </a:lnTo>
                <a:lnTo>
                  <a:pt x="72" y="148"/>
                </a:lnTo>
                <a:lnTo>
                  <a:pt x="64" y="144"/>
                </a:lnTo>
                <a:lnTo>
                  <a:pt x="56" y="138"/>
                </a:lnTo>
                <a:lnTo>
                  <a:pt x="48" y="128"/>
                </a:lnTo>
                <a:lnTo>
                  <a:pt x="44" y="120"/>
                </a:lnTo>
                <a:lnTo>
                  <a:pt x="40" y="110"/>
                </a:lnTo>
                <a:lnTo>
                  <a:pt x="40" y="98"/>
                </a:lnTo>
                <a:lnTo>
                  <a:pt x="40" y="98"/>
                </a:lnTo>
                <a:lnTo>
                  <a:pt x="40" y="88"/>
                </a:lnTo>
                <a:lnTo>
                  <a:pt x="44" y="78"/>
                </a:lnTo>
                <a:lnTo>
                  <a:pt x="48" y="68"/>
                </a:lnTo>
                <a:lnTo>
                  <a:pt x="56" y="60"/>
                </a:lnTo>
                <a:lnTo>
                  <a:pt x="64" y="54"/>
                </a:lnTo>
                <a:lnTo>
                  <a:pt x="72" y="50"/>
                </a:lnTo>
                <a:lnTo>
                  <a:pt x="84" y="46"/>
                </a:lnTo>
                <a:lnTo>
                  <a:pt x="94" y="44"/>
                </a:lnTo>
                <a:lnTo>
                  <a:pt x="94" y="44"/>
                </a:lnTo>
                <a:lnTo>
                  <a:pt x="106" y="46"/>
                </a:lnTo>
                <a:lnTo>
                  <a:pt x="116" y="50"/>
                </a:lnTo>
                <a:lnTo>
                  <a:pt x="124" y="54"/>
                </a:lnTo>
                <a:lnTo>
                  <a:pt x="132" y="60"/>
                </a:lnTo>
                <a:lnTo>
                  <a:pt x="140" y="68"/>
                </a:lnTo>
                <a:lnTo>
                  <a:pt x="144" y="78"/>
                </a:lnTo>
                <a:lnTo>
                  <a:pt x="148" y="88"/>
                </a:lnTo>
                <a:lnTo>
                  <a:pt x="150" y="98"/>
                </a:lnTo>
                <a:lnTo>
                  <a:pt x="150" y="98"/>
                </a:lnTo>
                <a:lnTo>
                  <a:pt x="148" y="110"/>
                </a:lnTo>
                <a:lnTo>
                  <a:pt x="144" y="120"/>
                </a:lnTo>
                <a:lnTo>
                  <a:pt x="140" y="128"/>
                </a:lnTo>
                <a:lnTo>
                  <a:pt x="132" y="138"/>
                </a:lnTo>
                <a:lnTo>
                  <a:pt x="124" y="144"/>
                </a:lnTo>
                <a:lnTo>
                  <a:pt x="116" y="148"/>
                </a:lnTo>
                <a:lnTo>
                  <a:pt x="106" y="152"/>
                </a:lnTo>
                <a:lnTo>
                  <a:pt x="94" y="154"/>
                </a:lnTo>
                <a:close/>
              </a:path>
            </a:pathLst>
          </a:custGeom>
          <a:solidFill>
            <a:srgbClr val="F5614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Light" pitchFamily="2" charset="0"/>
              <a:ea typeface="Open Sans Light" pitchFamily="2" charset="0"/>
              <a:cs typeface="Open Sans Light" pitchFamily="2" charset="0"/>
              <a:sym typeface="Arial"/>
            </a:endParaRPr>
          </a:p>
        </p:txBody>
      </p:sp>
      <p:sp>
        <p:nvSpPr>
          <p:cNvPr id="56" name="Google Shape;872;p81">
            <a:extLst>
              <a:ext uri="{FF2B5EF4-FFF2-40B4-BE49-F238E27FC236}">
                <a16:creationId xmlns:a16="http://schemas.microsoft.com/office/drawing/2014/main" id="{3E9D9A3C-CAA8-9F2A-6E16-400523DF9092}"/>
              </a:ext>
            </a:extLst>
          </p:cNvPr>
          <p:cNvSpPr/>
          <p:nvPr userDrawn="1"/>
        </p:nvSpPr>
        <p:spPr>
          <a:xfrm>
            <a:off x="5567781" y="5752217"/>
            <a:ext cx="128486" cy="182912"/>
          </a:xfrm>
          <a:custGeom>
            <a:avLst/>
            <a:gdLst/>
            <a:ahLst/>
            <a:cxnLst/>
            <a:rect l="l" t="t" r="r" b="b"/>
            <a:pathLst>
              <a:path w="220" h="322" extrusionOk="0">
                <a:moveTo>
                  <a:pt x="208" y="252"/>
                </a:moveTo>
                <a:lnTo>
                  <a:pt x="208" y="252"/>
                </a:lnTo>
                <a:lnTo>
                  <a:pt x="198" y="238"/>
                </a:lnTo>
                <a:lnTo>
                  <a:pt x="188" y="230"/>
                </a:lnTo>
                <a:lnTo>
                  <a:pt x="180" y="224"/>
                </a:lnTo>
                <a:lnTo>
                  <a:pt x="172" y="222"/>
                </a:lnTo>
                <a:lnTo>
                  <a:pt x="165" y="224"/>
                </a:lnTo>
                <a:lnTo>
                  <a:pt x="159" y="226"/>
                </a:lnTo>
                <a:lnTo>
                  <a:pt x="143" y="232"/>
                </a:lnTo>
                <a:lnTo>
                  <a:pt x="143" y="232"/>
                </a:lnTo>
                <a:lnTo>
                  <a:pt x="137" y="234"/>
                </a:lnTo>
                <a:lnTo>
                  <a:pt x="131" y="234"/>
                </a:lnTo>
                <a:lnTo>
                  <a:pt x="123" y="228"/>
                </a:lnTo>
                <a:lnTo>
                  <a:pt x="115" y="220"/>
                </a:lnTo>
                <a:lnTo>
                  <a:pt x="99" y="200"/>
                </a:lnTo>
                <a:lnTo>
                  <a:pt x="85" y="176"/>
                </a:lnTo>
                <a:lnTo>
                  <a:pt x="85" y="176"/>
                </a:lnTo>
                <a:lnTo>
                  <a:pt x="71" y="148"/>
                </a:lnTo>
                <a:lnTo>
                  <a:pt x="63" y="124"/>
                </a:lnTo>
                <a:lnTo>
                  <a:pt x="59" y="114"/>
                </a:lnTo>
                <a:lnTo>
                  <a:pt x="59" y="104"/>
                </a:lnTo>
                <a:lnTo>
                  <a:pt x="59" y="98"/>
                </a:lnTo>
                <a:lnTo>
                  <a:pt x="63" y="94"/>
                </a:lnTo>
                <a:lnTo>
                  <a:pt x="63" y="94"/>
                </a:lnTo>
                <a:lnTo>
                  <a:pt x="79" y="86"/>
                </a:lnTo>
                <a:lnTo>
                  <a:pt x="87" y="80"/>
                </a:lnTo>
                <a:lnTo>
                  <a:pt x="91" y="74"/>
                </a:lnTo>
                <a:lnTo>
                  <a:pt x="95" y="66"/>
                </a:lnTo>
                <a:lnTo>
                  <a:pt x="95" y="56"/>
                </a:lnTo>
                <a:lnTo>
                  <a:pt x="91" y="44"/>
                </a:lnTo>
                <a:lnTo>
                  <a:pt x="85" y="28"/>
                </a:lnTo>
                <a:lnTo>
                  <a:pt x="85" y="28"/>
                </a:lnTo>
                <a:lnTo>
                  <a:pt x="77" y="14"/>
                </a:lnTo>
                <a:lnTo>
                  <a:pt x="69" y="4"/>
                </a:lnTo>
                <a:lnTo>
                  <a:pt x="61" y="0"/>
                </a:lnTo>
                <a:lnTo>
                  <a:pt x="52" y="0"/>
                </a:lnTo>
                <a:lnTo>
                  <a:pt x="42" y="2"/>
                </a:lnTo>
                <a:lnTo>
                  <a:pt x="34" y="6"/>
                </a:lnTo>
                <a:lnTo>
                  <a:pt x="16" y="14"/>
                </a:lnTo>
                <a:lnTo>
                  <a:pt x="16" y="14"/>
                </a:lnTo>
                <a:lnTo>
                  <a:pt x="12" y="18"/>
                </a:lnTo>
                <a:lnTo>
                  <a:pt x="8" y="24"/>
                </a:lnTo>
                <a:lnTo>
                  <a:pt x="2" y="38"/>
                </a:lnTo>
                <a:lnTo>
                  <a:pt x="0" y="56"/>
                </a:lnTo>
                <a:lnTo>
                  <a:pt x="0" y="80"/>
                </a:lnTo>
                <a:lnTo>
                  <a:pt x="4" y="106"/>
                </a:lnTo>
                <a:lnTo>
                  <a:pt x="12" y="134"/>
                </a:lnTo>
                <a:lnTo>
                  <a:pt x="24" y="166"/>
                </a:lnTo>
                <a:lnTo>
                  <a:pt x="40" y="200"/>
                </a:lnTo>
                <a:lnTo>
                  <a:pt x="40" y="200"/>
                </a:lnTo>
                <a:lnTo>
                  <a:pt x="59" y="232"/>
                </a:lnTo>
                <a:lnTo>
                  <a:pt x="81" y="260"/>
                </a:lnTo>
                <a:lnTo>
                  <a:pt x="101" y="282"/>
                </a:lnTo>
                <a:lnTo>
                  <a:pt x="121" y="298"/>
                </a:lnTo>
                <a:lnTo>
                  <a:pt x="141" y="312"/>
                </a:lnTo>
                <a:lnTo>
                  <a:pt x="157" y="318"/>
                </a:lnTo>
                <a:lnTo>
                  <a:pt x="172" y="322"/>
                </a:lnTo>
                <a:lnTo>
                  <a:pt x="178" y="322"/>
                </a:lnTo>
                <a:lnTo>
                  <a:pt x="184" y="320"/>
                </a:lnTo>
                <a:lnTo>
                  <a:pt x="184" y="320"/>
                </a:lnTo>
                <a:lnTo>
                  <a:pt x="200" y="308"/>
                </a:lnTo>
                <a:lnTo>
                  <a:pt x="208" y="302"/>
                </a:lnTo>
                <a:lnTo>
                  <a:pt x="216" y="296"/>
                </a:lnTo>
                <a:lnTo>
                  <a:pt x="220" y="288"/>
                </a:lnTo>
                <a:lnTo>
                  <a:pt x="220" y="278"/>
                </a:lnTo>
                <a:lnTo>
                  <a:pt x="216" y="266"/>
                </a:lnTo>
                <a:lnTo>
                  <a:pt x="208" y="252"/>
                </a:lnTo>
                <a:close/>
              </a:path>
            </a:pathLst>
          </a:custGeom>
          <a:solidFill>
            <a:srgbClr val="F5614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accent2"/>
              </a:solidFill>
              <a:latin typeface="Open Sans Light" pitchFamily="2" charset="0"/>
              <a:ea typeface="Open Sans Light" pitchFamily="2" charset="0"/>
              <a:cs typeface="Open Sans Light" pitchFamily="2" charset="0"/>
              <a:sym typeface="Arial"/>
            </a:endParaRPr>
          </a:p>
        </p:txBody>
      </p:sp>
      <p:sp>
        <p:nvSpPr>
          <p:cNvPr id="59" name="Google Shape;884;p81">
            <a:extLst>
              <a:ext uri="{FF2B5EF4-FFF2-40B4-BE49-F238E27FC236}">
                <a16:creationId xmlns:a16="http://schemas.microsoft.com/office/drawing/2014/main" id="{72512BA4-4BCF-C409-D9D7-3677A7CED792}"/>
              </a:ext>
            </a:extLst>
          </p:cNvPr>
          <p:cNvSpPr/>
          <p:nvPr/>
        </p:nvSpPr>
        <p:spPr>
          <a:xfrm>
            <a:off x="2066124" y="6137443"/>
            <a:ext cx="1790742" cy="292368"/>
          </a:xfrm>
          <a:prstGeom prst="rect">
            <a:avLst/>
          </a:prstGeom>
          <a:noFill/>
          <a:ln>
            <a:noFill/>
          </a:ln>
        </p:spPr>
        <p:txBody>
          <a:bodyPr spcFirstLastPara="1" wrap="square" lIns="45713" tIns="22850" rIns="45713" bIns="2285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err="1">
                <a:solidFill>
                  <a:srgbClr val="E8EDF6"/>
                </a:solidFill>
                <a:latin typeface="Open Sans Light" pitchFamily="2" charset="0"/>
                <a:ea typeface="Open Sans Light" pitchFamily="2" charset="0"/>
                <a:cs typeface="Open Sans Light" pitchFamily="2" charset="0"/>
                <a:sym typeface="Arial"/>
              </a:rPr>
              <a:t>www.sqorus.com</a:t>
            </a:r>
            <a:endParaRPr sz="1600" b="0" i="0" u="none" strike="noStrike" cap="none">
              <a:solidFill>
                <a:srgbClr val="E8EDF6"/>
              </a:solidFill>
              <a:latin typeface="Open Sans Light" pitchFamily="2" charset="0"/>
              <a:ea typeface="Open Sans Light" pitchFamily="2" charset="0"/>
              <a:cs typeface="Open Sans Light" pitchFamily="2" charset="0"/>
              <a:sym typeface="Arial"/>
            </a:endParaRPr>
          </a:p>
        </p:txBody>
      </p:sp>
      <p:pic>
        <p:nvPicPr>
          <p:cNvPr id="1028" name="Picture 4" descr="New LinkedIn Logo PNG Image Download 2024">
            <a:hlinkClick r:id="rId4"/>
            <a:extLst>
              <a:ext uri="{FF2B5EF4-FFF2-40B4-BE49-F238E27FC236}">
                <a16:creationId xmlns:a16="http://schemas.microsoft.com/office/drawing/2014/main" id="{417A0E6D-F283-778E-7928-EA26DA5565AF}"/>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567781" y="6194955"/>
            <a:ext cx="169428" cy="169428"/>
          </a:xfrm>
          <a:prstGeom prst="rect">
            <a:avLst/>
          </a:prstGeom>
          <a:noFill/>
          <a:extLst>
            <a:ext uri="{909E8E84-426E-40DD-AFC4-6F175D3DCCD1}">
              <a14:hiddenFill xmlns:a14="http://schemas.microsoft.com/office/drawing/2010/main">
                <a:solidFill>
                  <a:srgbClr val="FFFFFF"/>
                </a:solidFill>
              </a14:hiddenFill>
            </a:ext>
          </a:extLst>
        </p:spPr>
      </p:pic>
      <p:pic>
        <p:nvPicPr>
          <p:cNvPr id="71" name="Image 70">
            <a:hlinkClick r:id="rId6"/>
            <a:extLst>
              <a:ext uri="{FF2B5EF4-FFF2-40B4-BE49-F238E27FC236}">
                <a16:creationId xmlns:a16="http://schemas.microsoft.com/office/drawing/2014/main" id="{299C8803-19F0-1AC7-30DB-64D3527DF2CE}"/>
              </a:ext>
            </a:extLst>
          </p:cNvPr>
          <p:cNvPicPr>
            <a:picLocks noChangeAspect="1"/>
          </p:cNvPicPr>
          <p:nvPr userDrawn="1"/>
        </p:nvPicPr>
        <p:blipFill>
          <a:blip r:embed="rId7"/>
          <a:stretch>
            <a:fillRect/>
          </a:stretch>
        </p:blipFill>
        <p:spPr>
          <a:xfrm>
            <a:off x="6041568" y="6194955"/>
            <a:ext cx="179120" cy="179120"/>
          </a:xfrm>
          <a:prstGeom prst="rect">
            <a:avLst/>
          </a:prstGeom>
        </p:spPr>
      </p:pic>
      <p:sp>
        <p:nvSpPr>
          <p:cNvPr id="78" name="Espace réservé du texte 14">
            <a:extLst>
              <a:ext uri="{FF2B5EF4-FFF2-40B4-BE49-F238E27FC236}">
                <a16:creationId xmlns:a16="http://schemas.microsoft.com/office/drawing/2014/main" id="{690B18C3-C97D-7A52-0782-9BE8A1A1AF2D}"/>
              </a:ext>
            </a:extLst>
          </p:cNvPr>
          <p:cNvSpPr>
            <a:spLocks noGrp="1"/>
          </p:cNvSpPr>
          <p:nvPr>
            <p:ph type="body" sz="quarter" idx="23" hasCustomPrompt="1"/>
          </p:nvPr>
        </p:nvSpPr>
        <p:spPr>
          <a:xfrm>
            <a:off x="4616457" y="3506888"/>
            <a:ext cx="2960014" cy="380552"/>
          </a:xfrm>
          <a:prstGeom prst="rect">
            <a:avLst/>
          </a:prstGeom>
        </p:spPr>
        <p:txBody>
          <a:bodyPr/>
          <a:lstStyle>
            <a:lvl1pPr marL="0" indent="0" algn="ctr">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votre titre</a:t>
            </a:r>
          </a:p>
        </p:txBody>
      </p:sp>
      <p:sp>
        <p:nvSpPr>
          <p:cNvPr id="79" name="Espace réservé du texte 14">
            <a:extLst>
              <a:ext uri="{FF2B5EF4-FFF2-40B4-BE49-F238E27FC236}">
                <a16:creationId xmlns:a16="http://schemas.microsoft.com/office/drawing/2014/main" id="{D04D3EEC-32C5-0DF9-E867-A02AE5165BEC}"/>
              </a:ext>
            </a:extLst>
          </p:cNvPr>
          <p:cNvSpPr>
            <a:spLocks noGrp="1"/>
          </p:cNvSpPr>
          <p:nvPr>
            <p:ph type="body" sz="quarter" idx="24" hasCustomPrompt="1"/>
          </p:nvPr>
        </p:nvSpPr>
        <p:spPr>
          <a:xfrm>
            <a:off x="4616457" y="3908300"/>
            <a:ext cx="2960014" cy="380552"/>
          </a:xfrm>
          <a:prstGeom prst="rect">
            <a:avLst/>
          </a:prstGeom>
        </p:spPr>
        <p:txBody>
          <a:bodyPr/>
          <a:lstStyle>
            <a:lvl1pPr marL="0" indent="0" algn="ctr">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Ajoutez votre mail</a:t>
            </a:r>
          </a:p>
        </p:txBody>
      </p:sp>
      <p:sp>
        <p:nvSpPr>
          <p:cNvPr id="80" name="Espace réservé du texte 14">
            <a:extLst>
              <a:ext uri="{FF2B5EF4-FFF2-40B4-BE49-F238E27FC236}">
                <a16:creationId xmlns:a16="http://schemas.microsoft.com/office/drawing/2014/main" id="{40EFD9DC-DD18-D02B-DF1C-E5985E558E0E}"/>
              </a:ext>
            </a:extLst>
          </p:cNvPr>
          <p:cNvSpPr>
            <a:spLocks noGrp="1"/>
          </p:cNvSpPr>
          <p:nvPr>
            <p:ph type="body" sz="quarter" idx="25" hasCustomPrompt="1"/>
          </p:nvPr>
        </p:nvSpPr>
        <p:spPr>
          <a:xfrm>
            <a:off x="4616457" y="4288851"/>
            <a:ext cx="2960014" cy="380552"/>
          </a:xfrm>
          <a:prstGeom prst="rect">
            <a:avLst/>
          </a:prstGeom>
        </p:spPr>
        <p:txBody>
          <a:bodyPr/>
          <a:lstStyle>
            <a:lvl1pPr marL="0" indent="0" algn="ctr">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Ajoutez votre téléphone</a:t>
            </a:r>
          </a:p>
        </p:txBody>
      </p:sp>
      <p:sp>
        <p:nvSpPr>
          <p:cNvPr id="81" name="Espace réservé du texte 14">
            <a:extLst>
              <a:ext uri="{FF2B5EF4-FFF2-40B4-BE49-F238E27FC236}">
                <a16:creationId xmlns:a16="http://schemas.microsoft.com/office/drawing/2014/main" id="{521344FE-C729-6EB9-F38D-C2C5633D3966}"/>
              </a:ext>
            </a:extLst>
          </p:cNvPr>
          <p:cNvSpPr>
            <a:spLocks noGrp="1"/>
          </p:cNvSpPr>
          <p:nvPr>
            <p:ph type="body" sz="quarter" idx="26" hasCustomPrompt="1"/>
          </p:nvPr>
        </p:nvSpPr>
        <p:spPr>
          <a:xfrm>
            <a:off x="4616457" y="3115906"/>
            <a:ext cx="2960014" cy="380552"/>
          </a:xfrm>
          <a:prstGeom prst="rect">
            <a:avLst/>
          </a:prstGeom>
        </p:spPr>
        <p:txBody>
          <a:bodyPr/>
          <a:lstStyle>
            <a:lvl1pPr marL="0" indent="0" algn="ctr">
              <a:buNone/>
              <a:defRPr sz="1500" b="1"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vos nom / prénoms</a:t>
            </a:r>
          </a:p>
        </p:txBody>
      </p:sp>
      <p:pic>
        <p:nvPicPr>
          <p:cNvPr id="8" name="Graphique 7" descr="Monde avec un remplissage uni">
            <a:extLst>
              <a:ext uri="{FF2B5EF4-FFF2-40B4-BE49-F238E27FC236}">
                <a16:creationId xmlns:a16="http://schemas.microsoft.com/office/drawing/2014/main" id="{4A57FD76-233F-6CA1-4E48-5853104E42B8}"/>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50224" y="6180723"/>
            <a:ext cx="263155" cy="263155"/>
          </a:xfrm>
          <a:prstGeom prst="rect">
            <a:avLst/>
          </a:prstGeom>
        </p:spPr>
      </p:pic>
      <p:sp>
        <p:nvSpPr>
          <p:cNvPr id="3" name="Rectangle 2">
            <a:extLst>
              <a:ext uri="{FF2B5EF4-FFF2-40B4-BE49-F238E27FC236}">
                <a16:creationId xmlns:a16="http://schemas.microsoft.com/office/drawing/2014/main" id="{25FE0618-E29F-3EA1-8050-CB27FC7A9DFB}"/>
              </a:ext>
            </a:extLst>
          </p:cNvPr>
          <p:cNvSpPr/>
          <p:nvPr userDrawn="1"/>
        </p:nvSpPr>
        <p:spPr>
          <a:xfrm>
            <a:off x="1122218" y="6506330"/>
            <a:ext cx="6705600" cy="246221"/>
          </a:xfrm>
          <a:prstGeom prst="rect">
            <a:avLst/>
          </a:prstGeom>
          <a:solidFill>
            <a:schemeClr val="accent6"/>
          </a:solidFill>
          <a:ln w="12700" cap="flat">
            <a:solidFill>
              <a:schemeClr val="accent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4" name="Rectangle 3">
            <a:extLst>
              <a:ext uri="{FF2B5EF4-FFF2-40B4-BE49-F238E27FC236}">
                <a16:creationId xmlns:a16="http://schemas.microsoft.com/office/drawing/2014/main" id="{19E851A7-E752-14EF-BF83-CEB180C7BB6C}"/>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Tree>
    <p:extLst>
      <p:ext uri="{BB962C8B-B14F-4D97-AF65-F5344CB8AC3E}">
        <p14:creationId xmlns:p14="http://schemas.microsoft.com/office/powerpoint/2010/main" val="3941264816"/>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Slide de titre 2">
    <p:bg>
      <p:bgPr>
        <a:solidFill>
          <a:srgbClr val="101550"/>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1813D082-AB41-27E2-1966-2FEBF6D1CE8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980811" y="1214365"/>
            <a:ext cx="2230379" cy="1618936"/>
          </a:xfrm>
          <a:prstGeom prst="rect">
            <a:avLst/>
          </a:prstGeom>
        </p:spPr>
      </p:pic>
      <p:sp>
        <p:nvSpPr>
          <p:cNvPr id="53" name="Google Shape;869;p81">
            <a:extLst>
              <a:ext uri="{FF2B5EF4-FFF2-40B4-BE49-F238E27FC236}">
                <a16:creationId xmlns:a16="http://schemas.microsoft.com/office/drawing/2014/main" id="{AA57DE2D-A17A-ED93-893D-95085644FD68}"/>
              </a:ext>
            </a:extLst>
          </p:cNvPr>
          <p:cNvSpPr txBox="1"/>
          <p:nvPr userDrawn="1"/>
        </p:nvSpPr>
        <p:spPr>
          <a:xfrm>
            <a:off x="124691" y="5665291"/>
            <a:ext cx="12191999"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a:solidFill>
                  <a:schemeClr val="dk2"/>
                </a:solidFill>
                <a:latin typeface="Open Sans Light" pitchFamily="2" charset="0"/>
                <a:ea typeface="Open Sans Light" pitchFamily="2" charset="0"/>
                <a:cs typeface="Open Sans Light" pitchFamily="2" charset="0"/>
                <a:sym typeface="Arial"/>
              </a:rPr>
              <a:t>25 rue de Maubeuge, 75009 Paris            +33 (0)1 44 54 26 36              </a:t>
            </a:r>
            <a:r>
              <a:rPr lang="fr-FR" sz="1600" b="0" i="0" u="none" strike="noStrike" cap="none" err="1">
                <a:solidFill>
                  <a:schemeClr val="dk2"/>
                </a:solidFill>
                <a:latin typeface="Open Sans Light" pitchFamily="2" charset="0"/>
                <a:ea typeface="Open Sans Light" pitchFamily="2" charset="0"/>
                <a:cs typeface="Open Sans Light" pitchFamily="2" charset="0"/>
                <a:sym typeface="Arial"/>
              </a:rPr>
              <a:t>contact@sqorus.com</a:t>
            </a:r>
            <a:endParaRPr sz="2400" b="0" i="0" u="none" strike="noStrike" cap="none">
              <a:solidFill>
                <a:schemeClr val="accent2"/>
              </a:solidFill>
              <a:latin typeface="Open Sans Light" pitchFamily="2" charset="0"/>
              <a:ea typeface="Open Sans Light" pitchFamily="2" charset="0"/>
              <a:cs typeface="Open Sans Light" pitchFamily="2" charset="0"/>
              <a:sym typeface="Arial"/>
            </a:endParaRPr>
          </a:p>
        </p:txBody>
      </p:sp>
      <p:sp>
        <p:nvSpPr>
          <p:cNvPr id="54" name="Google Shape;870;p81">
            <a:extLst>
              <a:ext uri="{FF2B5EF4-FFF2-40B4-BE49-F238E27FC236}">
                <a16:creationId xmlns:a16="http://schemas.microsoft.com/office/drawing/2014/main" id="{5340143A-BC99-9742-E9E4-CEAEE06CDA36}"/>
              </a:ext>
            </a:extLst>
          </p:cNvPr>
          <p:cNvSpPr/>
          <p:nvPr userDrawn="1"/>
        </p:nvSpPr>
        <p:spPr>
          <a:xfrm>
            <a:off x="8160245" y="5784172"/>
            <a:ext cx="198192" cy="142491"/>
          </a:xfrm>
          <a:custGeom>
            <a:avLst/>
            <a:gdLst/>
            <a:ahLst/>
            <a:cxnLst/>
            <a:rect l="l" t="t" r="r" b="b"/>
            <a:pathLst>
              <a:path w="306" h="220" extrusionOk="0">
                <a:moveTo>
                  <a:pt x="10" y="194"/>
                </a:moveTo>
                <a:lnTo>
                  <a:pt x="111" y="106"/>
                </a:lnTo>
                <a:lnTo>
                  <a:pt x="12" y="22"/>
                </a:lnTo>
                <a:lnTo>
                  <a:pt x="14" y="12"/>
                </a:lnTo>
                <a:lnTo>
                  <a:pt x="153" y="116"/>
                </a:lnTo>
                <a:lnTo>
                  <a:pt x="298" y="16"/>
                </a:lnTo>
                <a:lnTo>
                  <a:pt x="296" y="26"/>
                </a:lnTo>
                <a:lnTo>
                  <a:pt x="199" y="108"/>
                </a:lnTo>
                <a:lnTo>
                  <a:pt x="294" y="200"/>
                </a:lnTo>
                <a:lnTo>
                  <a:pt x="292" y="210"/>
                </a:lnTo>
                <a:lnTo>
                  <a:pt x="185" y="120"/>
                </a:lnTo>
                <a:lnTo>
                  <a:pt x="153" y="146"/>
                </a:lnTo>
                <a:lnTo>
                  <a:pt x="119" y="118"/>
                </a:lnTo>
                <a:lnTo>
                  <a:pt x="8" y="206"/>
                </a:lnTo>
                <a:lnTo>
                  <a:pt x="10" y="194"/>
                </a:lnTo>
                <a:close/>
                <a:moveTo>
                  <a:pt x="2" y="0"/>
                </a:moveTo>
                <a:lnTo>
                  <a:pt x="0" y="216"/>
                </a:lnTo>
                <a:lnTo>
                  <a:pt x="304" y="220"/>
                </a:lnTo>
                <a:lnTo>
                  <a:pt x="306" y="6"/>
                </a:lnTo>
                <a:lnTo>
                  <a:pt x="2" y="0"/>
                </a:lnTo>
                <a:close/>
              </a:path>
            </a:pathLst>
          </a:custGeom>
          <a:solidFill>
            <a:srgbClr val="F5614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Light" pitchFamily="2" charset="0"/>
              <a:ea typeface="Open Sans Light" pitchFamily="2" charset="0"/>
              <a:cs typeface="Open Sans Light" pitchFamily="2" charset="0"/>
              <a:sym typeface="Arial"/>
            </a:endParaRPr>
          </a:p>
        </p:txBody>
      </p:sp>
      <p:sp>
        <p:nvSpPr>
          <p:cNvPr id="55" name="Google Shape;871;p81">
            <a:extLst>
              <a:ext uri="{FF2B5EF4-FFF2-40B4-BE49-F238E27FC236}">
                <a16:creationId xmlns:a16="http://schemas.microsoft.com/office/drawing/2014/main" id="{F1FC7760-FC70-1ECF-3516-D586C3F2E5BE}"/>
              </a:ext>
            </a:extLst>
          </p:cNvPr>
          <p:cNvSpPr/>
          <p:nvPr userDrawn="1"/>
        </p:nvSpPr>
        <p:spPr>
          <a:xfrm>
            <a:off x="1826026" y="5767238"/>
            <a:ext cx="99534" cy="142491"/>
          </a:xfrm>
          <a:custGeom>
            <a:avLst/>
            <a:gdLst/>
            <a:ahLst/>
            <a:cxnLst/>
            <a:rect l="l" t="t" r="r" b="b"/>
            <a:pathLst>
              <a:path w="190" h="272" extrusionOk="0">
                <a:moveTo>
                  <a:pt x="94" y="0"/>
                </a:moveTo>
                <a:lnTo>
                  <a:pt x="94" y="0"/>
                </a:lnTo>
                <a:lnTo>
                  <a:pt x="76" y="2"/>
                </a:lnTo>
                <a:lnTo>
                  <a:pt x="58" y="8"/>
                </a:lnTo>
                <a:lnTo>
                  <a:pt x="42" y="16"/>
                </a:lnTo>
                <a:lnTo>
                  <a:pt x="28" y="28"/>
                </a:lnTo>
                <a:lnTo>
                  <a:pt x="16" y="42"/>
                </a:lnTo>
                <a:lnTo>
                  <a:pt x="8" y="58"/>
                </a:lnTo>
                <a:lnTo>
                  <a:pt x="2" y="76"/>
                </a:lnTo>
                <a:lnTo>
                  <a:pt x="0" y="94"/>
                </a:lnTo>
                <a:lnTo>
                  <a:pt x="0" y="94"/>
                </a:lnTo>
                <a:lnTo>
                  <a:pt x="0" y="106"/>
                </a:lnTo>
                <a:lnTo>
                  <a:pt x="4" y="118"/>
                </a:lnTo>
                <a:lnTo>
                  <a:pt x="14" y="146"/>
                </a:lnTo>
                <a:lnTo>
                  <a:pt x="30" y="176"/>
                </a:lnTo>
                <a:lnTo>
                  <a:pt x="46" y="204"/>
                </a:lnTo>
                <a:lnTo>
                  <a:pt x="80" y="252"/>
                </a:lnTo>
                <a:lnTo>
                  <a:pt x="94" y="272"/>
                </a:lnTo>
                <a:lnTo>
                  <a:pt x="94" y="272"/>
                </a:lnTo>
                <a:lnTo>
                  <a:pt x="110" y="252"/>
                </a:lnTo>
                <a:lnTo>
                  <a:pt x="142" y="204"/>
                </a:lnTo>
                <a:lnTo>
                  <a:pt x="160" y="176"/>
                </a:lnTo>
                <a:lnTo>
                  <a:pt x="176" y="146"/>
                </a:lnTo>
                <a:lnTo>
                  <a:pt x="186" y="118"/>
                </a:lnTo>
                <a:lnTo>
                  <a:pt x="190" y="106"/>
                </a:lnTo>
                <a:lnTo>
                  <a:pt x="190" y="94"/>
                </a:lnTo>
                <a:lnTo>
                  <a:pt x="190" y="94"/>
                </a:lnTo>
                <a:lnTo>
                  <a:pt x="188" y="76"/>
                </a:lnTo>
                <a:lnTo>
                  <a:pt x="182" y="58"/>
                </a:lnTo>
                <a:lnTo>
                  <a:pt x="174" y="42"/>
                </a:lnTo>
                <a:lnTo>
                  <a:pt x="162" y="28"/>
                </a:lnTo>
                <a:lnTo>
                  <a:pt x="148" y="16"/>
                </a:lnTo>
                <a:lnTo>
                  <a:pt x="132" y="8"/>
                </a:lnTo>
                <a:lnTo>
                  <a:pt x="114" y="2"/>
                </a:lnTo>
                <a:lnTo>
                  <a:pt x="94" y="0"/>
                </a:lnTo>
                <a:close/>
                <a:moveTo>
                  <a:pt x="94" y="154"/>
                </a:moveTo>
                <a:lnTo>
                  <a:pt x="94" y="154"/>
                </a:lnTo>
                <a:lnTo>
                  <a:pt x="84" y="152"/>
                </a:lnTo>
                <a:lnTo>
                  <a:pt x="72" y="148"/>
                </a:lnTo>
                <a:lnTo>
                  <a:pt x="64" y="144"/>
                </a:lnTo>
                <a:lnTo>
                  <a:pt x="56" y="138"/>
                </a:lnTo>
                <a:lnTo>
                  <a:pt x="48" y="128"/>
                </a:lnTo>
                <a:lnTo>
                  <a:pt x="44" y="120"/>
                </a:lnTo>
                <a:lnTo>
                  <a:pt x="40" y="110"/>
                </a:lnTo>
                <a:lnTo>
                  <a:pt x="40" y="98"/>
                </a:lnTo>
                <a:lnTo>
                  <a:pt x="40" y="98"/>
                </a:lnTo>
                <a:lnTo>
                  <a:pt x="40" y="88"/>
                </a:lnTo>
                <a:lnTo>
                  <a:pt x="44" y="78"/>
                </a:lnTo>
                <a:lnTo>
                  <a:pt x="48" y="68"/>
                </a:lnTo>
                <a:lnTo>
                  <a:pt x="56" y="60"/>
                </a:lnTo>
                <a:lnTo>
                  <a:pt x="64" y="54"/>
                </a:lnTo>
                <a:lnTo>
                  <a:pt x="72" y="50"/>
                </a:lnTo>
                <a:lnTo>
                  <a:pt x="84" y="46"/>
                </a:lnTo>
                <a:lnTo>
                  <a:pt x="94" y="44"/>
                </a:lnTo>
                <a:lnTo>
                  <a:pt x="94" y="44"/>
                </a:lnTo>
                <a:lnTo>
                  <a:pt x="106" y="46"/>
                </a:lnTo>
                <a:lnTo>
                  <a:pt x="116" y="50"/>
                </a:lnTo>
                <a:lnTo>
                  <a:pt x="124" y="54"/>
                </a:lnTo>
                <a:lnTo>
                  <a:pt x="132" y="60"/>
                </a:lnTo>
                <a:lnTo>
                  <a:pt x="140" y="68"/>
                </a:lnTo>
                <a:lnTo>
                  <a:pt x="144" y="78"/>
                </a:lnTo>
                <a:lnTo>
                  <a:pt x="148" y="88"/>
                </a:lnTo>
                <a:lnTo>
                  <a:pt x="150" y="98"/>
                </a:lnTo>
                <a:lnTo>
                  <a:pt x="150" y="98"/>
                </a:lnTo>
                <a:lnTo>
                  <a:pt x="148" y="110"/>
                </a:lnTo>
                <a:lnTo>
                  <a:pt x="144" y="120"/>
                </a:lnTo>
                <a:lnTo>
                  <a:pt x="140" y="128"/>
                </a:lnTo>
                <a:lnTo>
                  <a:pt x="132" y="138"/>
                </a:lnTo>
                <a:lnTo>
                  <a:pt x="124" y="144"/>
                </a:lnTo>
                <a:lnTo>
                  <a:pt x="116" y="148"/>
                </a:lnTo>
                <a:lnTo>
                  <a:pt x="106" y="152"/>
                </a:lnTo>
                <a:lnTo>
                  <a:pt x="94" y="154"/>
                </a:lnTo>
                <a:close/>
              </a:path>
            </a:pathLst>
          </a:custGeom>
          <a:solidFill>
            <a:srgbClr val="F5614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Light" pitchFamily="2" charset="0"/>
              <a:ea typeface="Open Sans Light" pitchFamily="2" charset="0"/>
              <a:cs typeface="Open Sans Light" pitchFamily="2" charset="0"/>
              <a:sym typeface="Arial"/>
            </a:endParaRPr>
          </a:p>
        </p:txBody>
      </p:sp>
      <p:sp>
        <p:nvSpPr>
          <p:cNvPr id="56" name="Google Shape;872;p81">
            <a:extLst>
              <a:ext uri="{FF2B5EF4-FFF2-40B4-BE49-F238E27FC236}">
                <a16:creationId xmlns:a16="http://schemas.microsoft.com/office/drawing/2014/main" id="{3E9D9A3C-CAA8-9F2A-6E16-400523DF9092}"/>
              </a:ext>
            </a:extLst>
          </p:cNvPr>
          <p:cNvSpPr/>
          <p:nvPr userDrawn="1"/>
        </p:nvSpPr>
        <p:spPr>
          <a:xfrm>
            <a:off x="5567781" y="5752217"/>
            <a:ext cx="128486" cy="182912"/>
          </a:xfrm>
          <a:custGeom>
            <a:avLst/>
            <a:gdLst/>
            <a:ahLst/>
            <a:cxnLst/>
            <a:rect l="l" t="t" r="r" b="b"/>
            <a:pathLst>
              <a:path w="220" h="322" extrusionOk="0">
                <a:moveTo>
                  <a:pt x="208" y="252"/>
                </a:moveTo>
                <a:lnTo>
                  <a:pt x="208" y="252"/>
                </a:lnTo>
                <a:lnTo>
                  <a:pt x="198" y="238"/>
                </a:lnTo>
                <a:lnTo>
                  <a:pt x="188" y="230"/>
                </a:lnTo>
                <a:lnTo>
                  <a:pt x="180" y="224"/>
                </a:lnTo>
                <a:lnTo>
                  <a:pt x="172" y="222"/>
                </a:lnTo>
                <a:lnTo>
                  <a:pt x="165" y="224"/>
                </a:lnTo>
                <a:lnTo>
                  <a:pt x="159" y="226"/>
                </a:lnTo>
                <a:lnTo>
                  <a:pt x="143" y="232"/>
                </a:lnTo>
                <a:lnTo>
                  <a:pt x="143" y="232"/>
                </a:lnTo>
                <a:lnTo>
                  <a:pt x="137" y="234"/>
                </a:lnTo>
                <a:lnTo>
                  <a:pt x="131" y="234"/>
                </a:lnTo>
                <a:lnTo>
                  <a:pt x="123" y="228"/>
                </a:lnTo>
                <a:lnTo>
                  <a:pt x="115" y="220"/>
                </a:lnTo>
                <a:lnTo>
                  <a:pt x="99" y="200"/>
                </a:lnTo>
                <a:lnTo>
                  <a:pt x="85" y="176"/>
                </a:lnTo>
                <a:lnTo>
                  <a:pt x="85" y="176"/>
                </a:lnTo>
                <a:lnTo>
                  <a:pt x="71" y="148"/>
                </a:lnTo>
                <a:lnTo>
                  <a:pt x="63" y="124"/>
                </a:lnTo>
                <a:lnTo>
                  <a:pt x="59" y="114"/>
                </a:lnTo>
                <a:lnTo>
                  <a:pt x="59" y="104"/>
                </a:lnTo>
                <a:lnTo>
                  <a:pt x="59" y="98"/>
                </a:lnTo>
                <a:lnTo>
                  <a:pt x="63" y="94"/>
                </a:lnTo>
                <a:lnTo>
                  <a:pt x="63" y="94"/>
                </a:lnTo>
                <a:lnTo>
                  <a:pt x="79" y="86"/>
                </a:lnTo>
                <a:lnTo>
                  <a:pt x="87" y="80"/>
                </a:lnTo>
                <a:lnTo>
                  <a:pt x="91" y="74"/>
                </a:lnTo>
                <a:lnTo>
                  <a:pt x="95" y="66"/>
                </a:lnTo>
                <a:lnTo>
                  <a:pt x="95" y="56"/>
                </a:lnTo>
                <a:lnTo>
                  <a:pt x="91" y="44"/>
                </a:lnTo>
                <a:lnTo>
                  <a:pt x="85" y="28"/>
                </a:lnTo>
                <a:lnTo>
                  <a:pt x="85" y="28"/>
                </a:lnTo>
                <a:lnTo>
                  <a:pt x="77" y="14"/>
                </a:lnTo>
                <a:lnTo>
                  <a:pt x="69" y="4"/>
                </a:lnTo>
                <a:lnTo>
                  <a:pt x="61" y="0"/>
                </a:lnTo>
                <a:lnTo>
                  <a:pt x="52" y="0"/>
                </a:lnTo>
                <a:lnTo>
                  <a:pt x="42" y="2"/>
                </a:lnTo>
                <a:lnTo>
                  <a:pt x="34" y="6"/>
                </a:lnTo>
                <a:lnTo>
                  <a:pt x="16" y="14"/>
                </a:lnTo>
                <a:lnTo>
                  <a:pt x="16" y="14"/>
                </a:lnTo>
                <a:lnTo>
                  <a:pt x="12" y="18"/>
                </a:lnTo>
                <a:lnTo>
                  <a:pt x="8" y="24"/>
                </a:lnTo>
                <a:lnTo>
                  <a:pt x="2" y="38"/>
                </a:lnTo>
                <a:lnTo>
                  <a:pt x="0" y="56"/>
                </a:lnTo>
                <a:lnTo>
                  <a:pt x="0" y="80"/>
                </a:lnTo>
                <a:lnTo>
                  <a:pt x="4" y="106"/>
                </a:lnTo>
                <a:lnTo>
                  <a:pt x="12" y="134"/>
                </a:lnTo>
                <a:lnTo>
                  <a:pt x="24" y="166"/>
                </a:lnTo>
                <a:lnTo>
                  <a:pt x="40" y="200"/>
                </a:lnTo>
                <a:lnTo>
                  <a:pt x="40" y="200"/>
                </a:lnTo>
                <a:lnTo>
                  <a:pt x="59" y="232"/>
                </a:lnTo>
                <a:lnTo>
                  <a:pt x="81" y="260"/>
                </a:lnTo>
                <a:lnTo>
                  <a:pt x="101" y="282"/>
                </a:lnTo>
                <a:lnTo>
                  <a:pt x="121" y="298"/>
                </a:lnTo>
                <a:lnTo>
                  <a:pt x="141" y="312"/>
                </a:lnTo>
                <a:lnTo>
                  <a:pt x="157" y="318"/>
                </a:lnTo>
                <a:lnTo>
                  <a:pt x="172" y="322"/>
                </a:lnTo>
                <a:lnTo>
                  <a:pt x="178" y="322"/>
                </a:lnTo>
                <a:lnTo>
                  <a:pt x="184" y="320"/>
                </a:lnTo>
                <a:lnTo>
                  <a:pt x="184" y="320"/>
                </a:lnTo>
                <a:lnTo>
                  <a:pt x="200" y="308"/>
                </a:lnTo>
                <a:lnTo>
                  <a:pt x="208" y="302"/>
                </a:lnTo>
                <a:lnTo>
                  <a:pt x="216" y="296"/>
                </a:lnTo>
                <a:lnTo>
                  <a:pt x="220" y="288"/>
                </a:lnTo>
                <a:lnTo>
                  <a:pt x="220" y="278"/>
                </a:lnTo>
                <a:lnTo>
                  <a:pt x="216" y="266"/>
                </a:lnTo>
                <a:lnTo>
                  <a:pt x="208" y="252"/>
                </a:lnTo>
                <a:close/>
              </a:path>
            </a:pathLst>
          </a:custGeom>
          <a:solidFill>
            <a:srgbClr val="F5614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accent2"/>
              </a:solidFill>
              <a:latin typeface="Open Sans Light" pitchFamily="2" charset="0"/>
              <a:ea typeface="Open Sans Light" pitchFamily="2" charset="0"/>
              <a:cs typeface="Open Sans Light" pitchFamily="2" charset="0"/>
              <a:sym typeface="Arial"/>
            </a:endParaRPr>
          </a:p>
        </p:txBody>
      </p:sp>
      <p:sp>
        <p:nvSpPr>
          <p:cNvPr id="59" name="Google Shape;884;p81">
            <a:extLst>
              <a:ext uri="{FF2B5EF4-FFF2-40B4-BE49-F238E27FC236}">
                <a16:creationId xmlns:a16="http://schemas.microsoft.com/office/drawing/2014/main" id="{72512BA4-4BCF-C409-D9D7-3677A7CED792}"/>
              </a:ext>
            </a:extLst>
          </p:cNvPr>
          <p:cNvSpPr/>
          <p:nvPr/>
        </p:nvSpPr>
        <p:spPr>
          <a:xfrm>
            <a:off x="2066124" y="6137443"/>
            <a:ext cx="1790742" cy="292368"/>
          </a:xfrm>
          <a:prstGeom prst="rect">
            <a:avLst/>
          </a:prstGeom>
          <a:noFill/>
          <a:ln>
            <a:noFill/>
          </a:ln>
        </p:spPr>
        <p:txBody>
          <a:bodyPr spcFirstLastPara="1" wrap="square" lIns="45713" tIns="22850" rIns="45713" bIns="2285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err="1">
                <a:solidFill>
                  <a:srgbClr val="E8EDF6"/>
                </a:solidFill>
                <a:latin typeface="Open Sans Light" pitchFamily="2" charset="0"/>
                <a:ea typeface="Open Sans Light" pitchFamily="2" charset="0"/>
                <a:cs typeface="Open Sans Light" pitchFamily="2" charset="0"/>
                <a:sym typeface="Arial"/>
              </a:rPr>
              <a:t>www.sqorus.com</a:t>
            </a:r>
            <a:endParaRPr sz="1600" b="0" i="0" u="none" strike="noStrike" cap="none">
              <a:solidFill>
                <a:srgbClr val="E8EDF6"/>
              </a:solidFill>
              <a:latin typeface="Open Sans Light" pitchFamily="2" charset="0"/>
              <a:ea typeface="Open Sans Light" pitchFamily="2" charset="0"/>
              <a:cs typeface="Open Sans Light" pitchFamily="2" charset="0"/>
              <a:sym typeface="Arial"/>
            </a:endParaRPr>
          </a:p>
        </p:txBody>
      </p:sp>
      <p:pic>
        <p:nvPicPr>
          <p:cNvPr id="1028" name="Picture 4" descr="New LinkedIn Logo PNG Image Download 2024">
            <a:hlinkClick r:id="rId4"/>
            <a:extLst>
              <a:ext uri="{FF2B5EF4-FFF2-40B4-BE49-F238E27FC236}">
                <a16:creationId xmlns:a16="http://schemas.microsoft.com/office/drawing/2014/main" id="{417A0E6D-F283-778E-7928-EA26DA5565AF}"/>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567781" y="6194955"/>
            <a:ext cx="169428" cy="169428"/>
          </a:xfrm>
          <a:prstGeom prst="rect">
            <a:avLst/>
          </a:prstGeom>
          <a:noFill/>
          <a:extLst>
            <a:ext uri="{909E8E84-426E-40DD-AFC4-6F175D3DCCD1}">
              <a14:hiddenFill xmlns:a14="http://schemas.microsoft.com/office/drawing/2010/main">
                <a:solidFill>
                  <a:srgbClr val="FFFFFF"/>
                </a:solidFill>
              </a14:hiddenFill>
            </a:ext>
          </a:extLst>
        </p:spPr>
      </p:pic>
      <p:pic>
        <p:nvPicPr>
          <p:cNvPr id="71" name="Image 70">
            <a:hlinkClick r:id="rId6"/>
            <a:extLst>
              <a:ext uri="{FF2B5EF4-FFF2-40B4-BE49-F238E27FC236}">
                <a16:creationId xmlns:a16="http://schemas.microsoft.com/office/drawing/2014/main" id="{299C8803-19F0-1AC7-30DB-64D3527DF2CE}"/>
              </a:ext>
            </a:extLst>
          </p:cNvPr>
          <p:cNvPicPr>
            <a:picLocks noChangeAspect="1"/>
          </p:cNvPicPr>
          <p:nvPr userDrawn="1"/>
        </p:nvPicPr>
        <p:blipFill>
          <a:blip r:embed="rId7"/>
          <a:stretch>
            <a:fillRect/>
          </a:stretch>
        </p:blipFill>
        <p:spPr>
          <a:xfrm>
            <a:off x="6041568" y="6194955"/>
            <a:ext cx="179120" cy="179120"/>
          </a:xfrm>
          <a:prstGeom prst="rect">
            <a:avLst/>
          </a:prstGeom>
        </p:spPr>
      </p:pic>
      <p:sp>
        <p:nvSpPr>
          <p:cNvPr id="78" name="Espace réservé du texte 14">
            <a:extLst>
              <a:ext uri="{FF2B5EF4-FFF2-40B4-BE49-F238E27FC236}">
                <a16:creationId xmlns:a16="http://schemas.microsoft.com/office/drawing/2014/main" id="{690B18C3-C97D-7A52-0782-9BE8A1A1AF2D}"/>
              </a:ext>
            </a:extLst>
          </p:cNvPr>
          <p:cNvSpPr>
            <a:spLocks noGrp="1"/>
          </p:cNvSpPr>
          <p:nvPr>
            <p:ph type="body" sz="quarter" idx="23" hasCustomPrompt="1"/>
          </p:nvPr>
        </p:nvSpPr>
        <p:spPr>
          <a:xfrm>
            <a:off x="1994518" y="3659209"/>
            <a:ext cx="2960014" cy="380552"/>
          </a:xfrm>
          <a:prstGeom prst="rect">
            <a:avLst/>
          </a:prstGeom>
        </p:spPr>
        <p:txBody>
          <a:bodyPr/>
          <a:lstStyle>
            <a:lvl1pPr marL="0" indent="0" algn="ctr">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votre titre</a:t>
            </a:r>
          </a:p>
        </p:txBody>
      </p:sp>
      <p:sp>
        <p:nvSpPr>
          <p:cNvPr id="79" name="Espace réservé du texte 14">
            <a:extLst>
              <a:ext uri="{FF2B5EF4-FFF2-40B4-BE49-F238E27FC236}">
                <a16:creationId xmlns:a16="http://schemas.microsoft.com/office/drawing/2014/main" id="{D04D3EEC-32C5-0DF9-E867-A02AE5165BEC}"/>
              </a:ext>
            </a:extLst>
          </p:cNvPr>
          <p:cNvSpPr>
            <a:spLocks noGrp="1"/>
          </p:cNvSpPr>
          <p:nvPr>
            <p:ph type="body" sz="quarter" idx="24" hasCustomPrompt="1"/>
          </p:nvPr>
        </p:nvSpPr>
        <p:spPr>
          <a:xfrm>
            <a:off x="1994518" y="4060621"/>
            <a:ext cx="2960014" cy="380552"/>
          </a:xfrm>
          <a:prstGeom prst="rect">
            <a:avLst/>
          </a:prstGeom>
        </p:spPr>
        <p:txBody>
          <a:bodyPr/>
          <a:lstStyle>
            <a:lvl1pPr marL="0" indent="0" algn="ctr">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Ajoutez votre mail</a:t>
            </a:r>
          </a:p>
        </p:txBody>
      </p:sp>
      <p:sp>
        <p:nvSpPr>
          <p:cNvPr id="80" name="Espace réservé du texte 14">
            <a:extLst>
              <a:ext uri="{FF2B5EF4-FFF2-40B4-BE49-F238E27FC236}">
                <a16:creationId xmlns:a16="http://schemas.microsoft.com/office/drawing/2014/main" id="{40EFD9DC-DD18-D02B-DF1C-E5985E558E0E}"/>
              </a:ext>
            </a:extLst>
          </p:cNvPr>
          <p:cNvSpPr>
            <a:spLocks noGrp="1"/>
          </p:cNvSpPr>
          <p:nvPr>
            <p:ph type="body" sz="quarter" idx="25" hasCustomPrompt="1"/>
          </p:nvPr>
        </p:nvSpPr>
        <p:spPr>
          <a:xfrm>
            <a:off x="1994518" y="4441172"/>
            <a:ext cx="2960014" cy="380552"/>
          </a:xfrm>
          <a:prstGeom prst="rect">
            <a:avLst/>
          </a:prstGeom>
        </p:spPr>
        <p:txBody>
          <a:bodyPr/>
          <a:lstStyle>
            <a:lvl1pPr marL="0" indent="0" algn="ctr">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Ajoutez votre téléphone</a:t>
            </a:r>
          </a:p>
        </p:txBody>
      </p:sp>
      <p:sp>
        <p:nvSpPr>
          <p:cNvPr id="81" name="Espace réservé du texte 14">
            <a:extLst>
              <a:ext uri="{FF2B5EF4-FFF2-40B4-BE49-F238E27FC236}">
                <a16:creationId xmlns:a16="http://schemas.microsoft.com/office/drawing/2014/main" id="{521344FE-C729-6EB9-F38D-C2C5633D3966}"/>
              </a:ext>
            </a:extLst>
          </p:cNvPr>
          <p:cNvSpPr>
            <a:spLocks noGrp="1"/>
          </p:cNvSpPr>
          <p:nvPr>
            <p:ph type="body" sz="quarter" idx="26" hasCustomPrompt="1"/>
          </p:nvPr>
        </p:nvSpPr>
        <p:spPr>
          <a:xfrm>
            <a:off x="1994518" y="3268226"/>
            <a:ext cx="2960014" cy="380552"/>
          </a:xfrm>
          <a:prstGeom prst="rect">
            <a:avLst/>
          </a:prstGeom>
        </p:spPr>
        <p:txBody>
          <a:bodyPr/>
          <a:lstStyle>
            <a:lvl1pPr marL="0" indent="0" algn="ctr">
              <a:buNone/>
              <a:defRPr sz="1500" b="1"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vos nom / prénoms</a:t>
            </a:r>
          </a:p>
        </p:txBody>
      </p:sp>
      <p:pic>
        <p:nvPicPr>
          <p:cNvPr id="8" name="Graphique 7" descr="Monde avec un remplissage uni">
            <a:extLst>
              <a:ext uri="{FF2B5EF4-FFF2-40B4-BE49-F238E27FC236}">
                <a16:creationId xmlns:a16="http://schemas.microsoft.com/office/drawing/2014/main" id="{4A57FD76-233F-6CA1-4E48-5853104E42B8}"/>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50224" y="6180723"/>
            <a:ext cx="263155" cy="263155"/>
          </a:xfrm>
          <a:prstGeom prst="rect">
            <a:avLst/>
          </a:prstGeom>
        </p:spPr>
      </p:pic>
      <p:sp>
        <p:nvSpPr>
          <p:cNvPr id="11" name="Espace réservé du texte 14">
            <a:extLst>
              <a:ext uri="{FF2B5EF4-FFF2-40B4-BE49-F238E27FC236}">
                <a16:creationId xmlns:a16="http://schemas.microsoft.com/office/drawing/2014/main" id="{3FA0F18B-04D9-ECE3-0009-4396F13CEA1C}"/>
              </a:ext>
            </a:extLst>
          </p:cNvPr>
          <p:cNvSpPr>
            <a:spLocks noGrp="1"/>
          </p:cNvSpPr>
          <p:nvPr>
            <p:ph type="body" sz="quarter" idx="27" hasCustomPrompt="1"/>
          </p:nvPr>
        </p:nvSpPr>
        <p:spPr>
          <a:xfrm>
            <a:off x="7197018" y="3659209"/>
            <a:ext cx="2960014" cy="380552"/>
          </a:xfrm>
          <a:prstGeom prst="rect">
            <a:avLst/>
          </a:prstGeom>
        </p:spPr>
        <p:txBody>
          <a:bodyPr/>
          <a:lstStyle>
            <a:lvl1pPr marL="0" indent="0" algn="ctr">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votre titre</a:t>
            </a:r>
          </a:p>
        </p:txBody>
      </p:sp>
      <p:sp>
        <p:nvSpPr>
          <p:cNvPr id="12" name="Espace réservé du texte 14">
            <a:extLst>
              <a:ext uri="{FF2B5EF4-FFF2-40B4-BE49-F238E27FC236}">
                <a16:creationId xmlns:a16="http://schemas.microsoft.com/office/drawing/2014/main" id="{6FDDA09A-C48F-CAE2-DA2A-99B4BEFF780E}"/>
              </a:ext>
            </a:extLst>
          </p:cNvPr>
          <p:cNvSpPr>
            <a:spLocks noGrp="1"/>
          </p:cNvSpPr>
          <p:nvPr>
            <p:ph type="body" sz="quarter" idx="28" hasCustomPrompt="1"/>
          </p:nvPr>
        </p:nvSpPr>
        <p:spPr>
          <a:xfrm>
            <a:off x="7197018" y="4060621"/>
            <a:ext cx="2960014" cy="380552"/>
          </a:xfrm>
          <a:prstGeom prst="rect">
            <a:avLst/>
          </a:prstGeom>
        </p:spPr>
        <p:txBody>
          <a:bodyPr/>
          <a:lstStyle>
            <a:lvl1pPr marL="0" indent="0" algn="ctr">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Ajoutez votre mail</a:t>
            </a:r>
          </a:p>
        </p:txBody>
      </p:sp>
      <p:sp>
        <p:nvSpPr>
          <p:cNvPr id="13" name="Espace réservé du texte 14">
            <a:extLst>
              <a:ext uri="{FF2B5EF4-FFF2-40B4-BE49-F238E27FC236}">
                <a16:creationId xmlns:a16="http://schemas.microsoft.com/office/drawing/2014/main" id="{B881D461-76A5-5294-6423-3E2DC03EC269}"/>
              </a:ext>
            </a:extLst>
          </p:cNvPr>
          <p:cNvSpPr>
            <a:spLocks noGrp="1"/>
          </p:cNvSpPr>
          <p:nvPr>
            <p:ph type="body" sz="quarter" idx="29" hasCustomPrompt="1"/>
          </p:nvPr>
        </p:nvSpPr>
        <p:spPr>
          <a:xfrm>
            <a:off x="7197018" y="4441172"/>
            <a:ext cx="2960014" cy="380552"/>
          </a:xfrm>
          <a:prstGeom prst="rect">
            <a:avLst/>
          </a:prstGeom>
        </p:spPr>
        <p:txBody>
          <a:bodyPr/>
          <a:lstStyle>
            <a:lvl1pPr marL="0" indent="0" algn="ctr">
              <a:buNone/>
              <a:defRPr sz="1350"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Ajoutez votre téléphone</a:t>
            </a:r>
          </a:p>
        </p:txBody>
      </p:sp>
      <p:sp>
        <p:nvSpPr>
          <p:cNvPr id="14" name="Espace réservé du texte 14">
            <a:extLst>
              <a:ext uri="{FF2B5EF4-FFF2-40B4-BE49-F238E27FC236}">
                <a16:creationId xmlns:a16="http://schemas.microsoft.com/office/drawing/2014/main" id="{915BB2B2-3DA0-FEC3-3ECA-A8369C66BC90}"/>
              </a:ext>
            </a:extLst>
          </p:cNvPr>
          <p:cNvSpPr>
            <a:spLocks noGrp="1"/>
          </p:cNvSpPr>
          <p:nvPr>
            <p:ph type="body" sz="quarter" idx="30" hasCustomPrompt="1"/>
          </p:nvPr>
        </p:nvSpPr>
        <p:spPr>
          <a:xfrm>
            <a:off x="7197018" y="3268226"/>
            <a:ext cx="2960014" cy="380552"/>
          </a:xfrm>
          <a:prstGeom prst="rect">
            <a:avLst/>
          </a:prstGeom>
        </p:spPr>
        <p:txBody>
          <a:bodyPr/>
          <a:lstStyle>
            <a:lvl1pPr marL="0" indent="0" algn="ctr">
              <a:buNone/>
              <a:defRPr sz="1500" b="1" baseline="0">
                <a:solidFill>
                  <a:srgbClr val="F6F6F6"/>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vos nom / prénoms</a:t>
            </a:r>
          </a:p>
        </p:txBody>
      </p:sp>
      <p:sp>
        <p:nvSpPr>
          <p:cNvPr id="2" name="Rectangle 1">
            <a:extLst>
              <a:ext uri="{FF2B5EF4-FFF2-40B4-BE49-F238E27FC236}">
                <a16:creationId xmlns:a16="http://schemas.microsoft.com/office/drawing/2014/main" id="{300ECCF4-499B-E509-15D9-31BC501D4B75}"/>
              </a:ext>
            </a:extLst>
          </p:cNvPr>
          <p:cNvSpPr/>
          <p:nvPr userDrawn="1"/>
        </p:nvSpPr>
        <p:spPr>
          <a:xfrm>
            <a:off x="1122218" y="6506330"/>
            <a:ext cx="6705600" cy="246221"/>
          </a:xfrm>
          <a:prstGeom prst="rect">
            <a:avLst/>
          </a:prstGeom>
          <a:solidFill>
            <a:schemeClr val="accent6"/>
          </a:solidFill>
          <a:ln w="12700" cap="flat">
            <a:solidFill>
              <a:schemeClr val="accent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4" name="Rectangle 3">
            <a:extLst>
              <a:ext uri="{FF2B5EF4-FFF2-40B4-BE49-F238E27FC236}">
                <a16:creationId xmlns:a16="http://schemas.microsoft.com/office/drawing/2014/main" id="{2CC19B31-67A6-A820-9269-9B5A170C5FA4}"/>
              </a:ext>
            </a:extLst>
          </p:cNvPr>
          <p:cNvSpPr/>
          <p:nvPr userDrawn="1"/>
        </p:nvSpPr>
        <p:spPr>
          <a:xfrm>
            <a:off x="9583838" y="6354143"/>
            <a:ext cx="2390172" cy="457559"/>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Tree>
    <p:extLst>
      <p:ext uri="{BB962C8B-B14F-4D97-AF65-F5344CB8AC3E}">
        <p14:creationId xmlns:p14="http://schemas.microsoft.com/office/powerpoint/2010/main" val="3826308760"/>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lide 3 phases">
    <p:spTree>
      <p:nvGrpSpPr>
        <p:cNvPr id="1" name=""/>
        <p:cNvGrpSpPr/>
        <p:nvPr/>
      </p:nvGrpSpPr>
      <p:grpSpPr>
        <a:xfrm>
          <a:off x="0" y="0"/>
          <a:ext cx="0" cy="0"/>
          <a:chOff x="0" y="0"/>
          <a:chExt cx="0" cy="0"/>
        </a:xfrm>
      </p:grpSpPr>
      <p:pic>
        <p:nvPicPr>
          <p:cNvPr id="2" name="Image 0" descr=" ">
            <a:extLst>
              <a:ext uri="{FF2B5EF4-FFF2-40B4-BE49-F238E27FC236}">
                <a16:creationId xmlns:a16="http://schemas.microsoft.com/office/drawing/2014/main" id="{DFA3060B-131E-A30F-20A3-BB97BE6F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744816" y="0"/>
            <a:ext cx="4447916" cy="1790700"/>
          </a:xfrm>
          <a:prstGeom prst="rect">
            <a:avLst/>
          </a:prstGeom>
        </p:spPr>
      </p:pic>
      <p:pic>
        <p:nvPicPr>
          <p:cNvPr id="3" name="Image 1" descr=" ">
            <a:extLst>
              <a:ext uri="{FF2B5EF4-FFF2-40B4-BE49-F238E27FC236}">
                <a16:creationId xmlns:a16="http://schemas.microsoft.com/office/drawing/2014/main" id="{75F28224-5799-EA96-7BB2-6A7C4BC6B50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300455" y="0"/>
            <a:ext cx="3891545" cy="1352550"/>
          </a:xfrm>
          <a:prstGeom prst="rect">
            <a:avLst/>
          </a:prstGeom>
        </p:spPr>
      </p:pic>
      <p:sp>
        <p:nvSpPr>
          <p:cNvPr id="12" name="Ellipse 11">
            <a:extLst>
              <a:ext uri="{FF2B5EF4-FFF2-40B4-BE49-F238E27FC236}">
                <a16:creationId xmlns:a16="http://schemas.microsoft.com/office/drawing/2014/main" id="{931440F0-381E-BF34-C52A-6C3C0DBA0E43}"/>
              </a:ext>
            </a:extLst>
          </p:cNvPr>
          <p:cNvSpPr/>
          <p:nvPr userDrawn="1"/>
        </p:nvSpPr>
        <p:spPr>
          <a:xfrm>
            <a:off x="9624775" y="642596"/>
            <a:ext cx="1148105" cy="1148104"/>
          </a:xfrm>
          <a:prstGeom prst="ellipse">
            <a:avLst/>
          </a:prstGeom>
          <a:solidFill>
            <a:schemeClr val="accent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19" name="Espace réservé du texte 7">
            <a:extLst>
              <a:ext uri="{FF2B5EF4-FFF2-40B4-BE49-F238E27FC236}">
                <a16:creationId xmlns:a16="http://schemas.microsoft.com/office/drawing/2014/main" id="{FDD60759-4490-4864-1EA3-A7C427B2D033}"/>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4" name="Titre 3">
            <a:extLst>
              <a:ext uri="{FF2B5EF4-FFF2-40B4-BE49-F238E27FC236}">
                <a16:creationId xmlns:a16="http://schemas.microsoft.com/office/drawing/2014/main" id="{84550E4E-7D27-8392-94D4-ED6CDBCDAF58}"/>
              </a:ext>
            </a:extLst>
          </p:cNvPr>
          <p:cNvSpPr>
            <a:spLocks noGrp="1"/>
          </p:cNvSpPr>
          <p:nvPr>
            <p:ph type="title"/>
          </p:nvPr>
        </p:nvSpPr>
        <p:spPr>
          <a:xfrm>
            <a:off x="561182" y="202559"/>
            <a:ext cx="7286454" cy="1059607"/>
          </a:xfrm>
        </p:spPr>
        <p:txBody>
          <a:bodyPr/>
          <a:lstStyle>
            <a:lvl1pPr>
              <a:defRPr>
                <a:solidFill>
                  <a:schemeClr val="tx1"/>
                </a:solidFill>
              </a:defRPr>
            </a:lvl1pPr>
          </a:lstStyle>
          <a:p>
            <a:r>
              <a:rPr lang="fr-FR"/>
              <a:t>Modifiez le style du titre</a:t>
            </a:r>
          </a:p>
        </p:txBody>
      </p:sp>
    </p:spTree>
    <p:extLst>
      <p:ext uri="{BB962C8B-B14F-4D97-AF65-F5344CB8AC3E}">
        <p14:creationId xmlns:p14="http://schemas.microsoft.com/office/powerpoint/2010/main" val="1047022142"/>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Slide 3 phases">
    <p:spTree>
      <p:nvGrpSpPr>
        <p:cNvPr id="1" name=""/>
        <p:cNvGrpSpPr/>
        <p:nvPr/>
      </p:nvGrpSpPr>
      <p:grpSpPr>
        <a:xfrm>
          <a:off x="0" y="0"/>
          <a:ext cx="0" cy="0"/>
          <a:chOff x="0" y="0"/>
          <a:chExt cx="0" cy="0"/>
        </a:xfrm>
      </p:grpSpPr>
      <p:pic>
        <p:nvPicPr>
          <p:cNvPr id="2" name="Image 0" descr=" ">
            <a:extLst>
              <a:ext uri="{FF2B5EF4-FFF2-40B4-BE49-F238E27FC236}">
                <a16:creationId xmlns:a16="http://schemas.microsoft.com/office/drawing/2014/main" id="{DFA3060B-131E-A30F-20A3-BB97BE6F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744816" y="0"/>
            <a:ext cx="4447916" cy="1790700"/>
          </a:xfrm>
          <a:prstGeom prst="rect">
            <a:avLst/>
          </a:prstGeom>
        </p:spPr>
      </p:pic>
      <p:pic>
        <p:nvPicPr>
          <p:cNvPr id="3" name="Image 1" descr=" ">
            <a:extLst>
              <a:ext uri="{FF2B5EF4-FFF2-40B4-BE49-F238E27FC236}">
                <a16:creationId xmlns:a16="http://schemas.microsoft.com/office/drawing/2014/main" id="{75F28224-5799-EA96-7BB2-6A7C4BC6B50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300455" y="0"/>
            <a:ext cx="3891545" cy="1352550"/>
          </a:xfrm>
          <a:prstGeom prst="rect">
            <a:avLst/>
          </a:prstGeom>
        </p:spPr>
      </p:pic>
      <p:sp>
        <p:nvSpPr>
          <p:cNvPr id="19" name="Espace réservé du texte 7">
            <a:extLst>
              <a:ext uri="{FF2B5EF4-FFF2-40B4-BE49-F238E27FC236}">
                <a16:creationId xmlns:a16="http://schemas.microsoft.com/office/drawing/2014/main" id="{FDD60759-4490-4864-1EA3-A7C427B2D033}"/>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4" name="Titre 3">
            <a:extLst>
              <a:ext uri="{FF2B5EF4-FFF2-40B4-BE49-F238E27FC236}">
                <a16:creationId xmlns:a16="http://schemas.microsoft.com/office/drawing/2014/main" id="{84550E4E-7D27-8392-94D4-ED6CDBCDAF58}"/>
              </a:ext>
            </a:extLst>
          </p:cNvPr>
          <p:cNvSpPr>
            <a:spLocks noGrp="1"/>
          </p:cNvSpPr>
          <p:nvPr>
            <p:ph type="title"/>
          </p:nvPr>
        </p:nvSpPr>
        <p:spPr>
          <a:xfrm>
            <a:off x="561182" y="202559"/>
            <a:ext cx="7286454" cy="1059607"/>
          </a:xfrm>
        </p:spPr>
        <p:txBody>
          <a:bodyPr/>
          <a:lstStyle>
            <a:lvl1pPr>
              <a:defRPr>
                <a:solidFill>
                  <a:schemeClr val="tx1"/>
                </a:solidFill>
              </a:defRPr>
            </a:lvl1pPr>
          </a:lstStyle>
          <a:p>
            <a:r>
              <a:rPr lang="fr-FR"/>
              <a:t>Modifiez le style du titre</a:t>
            </a:r>
          </a:p>
        </p:txBody>
      </p:sp>
      <p:sp>
        <p:nvSpPr>
          <p:cNvPr id="6" name="Espace réservé du tableau 5">
            <a:extLst>
              <a:ext uri="{FF2B5EF4-FFF2-40B4-BE49-F238E27FC236}">
                <a16:creationId xmlns:a16="http://schemas.microsoft.com/office/drawing/2014/main" id="{2ADCCE10-8E22-4691-4397-9F213CF2DC05}"/>
              </a:ext>
            </a:extLst>
          </p:cNvPr>
          <p:cNvSpPr>
            <a:spLocks noGrp="1"/>
          </p:cNvSpPr>
          <p:nvPr>
            <p:ph type="tbl" sz="quarter" idx="10"/>
          </p:nvPr>
        </p:nvSpPr>
        <p:spPr>
          <a:xfrm>
            <a:off x="561182" y="1790700"/>
            <a:ext cx="9659144" cy="4135438"/>
          </a:xfrm>
        </p:spPr>
        <p:txBody>
          <a:bodyPr/>
          <a:lstStyle/>
          <a:p>
            <a:endParaRPr lang="en-US"/>
          </a:p>
        </p:txBody>
      </p:sp>
      <p:sp>
        <p:nvSpPr>
          <p:cNvPr id="5" name="Ellipse 4">
            <a:extLst>
              <a:ext uri="{FF2B5EF4-FFF2-40B4-BE49-F238E27FC236}">
                <a16:creationId xmlns:a16="http://schemas.microsoft.com/office/drawing/2014/main" id="{1113B2B1-A3F2-0A29-595B-26452B746ABF}"/>
              </a:ext>
            </a:extLst>
          </p:cNvPr>
          <p:cNvSpPr/>
          <p:nvPr userDrawn="1"/>
        </p:nvSpPr>
        <p:spPr>
          <a:xfrm>
            <a:off x="9624775" y="642596"/>
            <a:ext cx="1148105" cy="1148104"/>
          </a:xfrm>
          <a:prstGeom prst="ellipse">
            <a:avLst/>
          </a:prstGeom>
          <a:solidFill>
            <a:schemeClr val="accent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Tree>
    <p:extLst>
      <p:ext uri="{BB962C8B-B14F-4D97-AF65-F5344CB8AC3E}">
        <p14:creationId xmlns:p14="http://schemas.microsoft.com/office/powerpoint/2010/main" val="4262630936"/>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 simple claire">
    <p:spTree>
      <p:nvGrpSpPr>
        <p:cNvPr id="1" name=""/>
        <p:cNvGrpSpPr/>
        <p:nvPr/>
      </p:nvGrpSpPr>
      <p:grpSpPr>
        <a:xfrm>
          <a:off x="0" y="0"/>
          <a:ext cx="0" cy="0"/>
          <a:chOff x="0" y="0"/>
          <a:chExt cx="0" cy="0"/>
        </a:xfrm>
      </p:grpSpPr>
      <p:pic>
        <p:nvPicPr>
          <p:cNvPr id="2" name="Image 0" descr=" ">
            <a:extLst>
              <a:ext uri="{FF2B5EF4-FFF2-40B4-BE49-F238E27FC236}">
                <a16:creationId xmlns:a16="http://schemas.microsoft.com/office/drawing/2014/main" id="{DFA3060B-131E-A30F-20A3-BB97BE6F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744816" y="0"/>
            <a:ext cx="4447916" cy="1790700"/>
          </a:xfrm>
          <a:prstGeom prst="rect">
            <a:avLst/>
          </a:prstGeom>
        </p:spPr>
      </p:pic>
      <p:pic>
        <p:nvPicPr>
          <p:cNvPr id="3" name="Image 1" descr=" ">
            <a:extLst>
              <a:ext uri="{FF2B5EF4-FFF2-40B4-BE49-F238E27FC236}">
                <a16:creationId xmlns:a16="http://schemas.microsoft.com/office/drawing/2014/main" id="{75F28224-5799-EA96-7BB2-6A7C4BC6B50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300455" y="0"/>
            <a:ext cx="3891545" cy="1352550"/>
          </a:xfrm>
          <a:prstGeom prst="rect">
            <a:avLst/>
          </a:prstGeom>
        </p:spPr>
      </p:pic>
      <p:sp>
        <p:nvSpPr>
          <p:cNvPr id="16" name="Espace réservé du texte 14">
            <a:extLst>
              <a:ext uri="{FF2B5EF4-FFF2-40B4-BE49-F238E27FC236}">
                <a16:creationId xmlns:a16="http://schemas.microsoft.com/office/drawing/2014/main" id="{1C37FB7B-63EA-0DD6-AEC1-642D24D1C554}"/>
              </a:ext>
            </a:extLst>
          </p:cNvPr>
          <p:cNvSpPr>
            <a:spLocks noGrp="1"/>
          </p:cNvSpPr>
          <p:nvPr>
            <p:ph type="body" sz="quarter" idx="12" hasCustomPrompt="1"/>
          </p:nvPr>
        </p:nvSpPr>
        <p:spPr>
          <a:xfrm>
            <a:off x="561182" y="1338044"/>
            <a:ext cx="7286454" cy="612111"/>
          </a:xfrm>
          <a:prstGeom prst="rect">
            <a:avLst/>
          </a:prstGeom>
        </p:spPr>
        <p:txBody>
          <a:bodyPr/>
          <a:lstStyle>
            <a:lvl1pPr marL="0" indent="0">
              <a:buNone/>
              <a:defRPr sz="1350" baseline="0">
                <a:solidFill>
                  <a:srgbClr val="101550"/>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sp>
        <p:nvSpPr>
          <p:cNvPr id="12" name="Espace réservé du texte 7">
            <a:extLst>
              <a:ext uri="{FF2B5EF4-FFF2-40B4-BE49-F238E27FC236}">
                <a16:creationId xmlns:a16="http://schemas.microsoft.com/office/drawing/2014/main" id="{9DD65412-99D0-9B27-6850-75D565DB798E}"/>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4" name="Titre 3">
            <a:extLst>
              <a:ext uri="{FF2B5EF4-FFF2-40B4-BE49-F238E27FC236}">
                <a16:creationId xmlns:a16="http://schemas.microsoft.com/office/drawing/2014/main" id="{F8DD95C9-9676-9003-98E3-5B8EC7542499}"/>
              </a:ext>
            </a:extLst>
          </p:cNvPr>
          <p:cNvSpPr>
            <a:spLocks noGrp="1"/>
          </p:cNvSpPr>
          <p:nvPr>
            <p:ph type="title"/>
          </p:nvPr>
        </p:nvSpPr>
        <p:spPr>
          <a:xfrm>
            <a:off x="561182" y="202559"/>
            <a:ext cx="7286454" cy="1059607"/>
          </a:xfrm>
        </p:spPr>
        <p:txBody>
          <a:bodyPr/>
          <a:lstStyle>
            <a:lvl1pPr>
              <a:defRPr>
                <a:solidFill>
                  <a:schemeClr val="tx1"/>
                </a:solidFill>
              </a:defRPr>
            </a:lvl1pPr>
          </a:lstStyle>
          <a:p>
            <a:r>
              <a:rPr lang="fr-FR"/>
              <a:t>Modifiez le style du titre</a:t>
            </a:r>
          </a:p>
        </p:txBody>
      </p:sp>
      <p:sp>
        <p:nvSpPr>
          <p:cNvPr id="5" name="Espace réservé du texte 8">
            <a:extLst>
              <a:ext uri="{FF2B5EF4-FFF2-40B4-BE49-F238E27FC236}">
                <a16:creationId xmlns:a16="http://schemas.microsoft.com/office/drawing/2014/main" id="{D9AEE57D-DEB3-25AC-F61D-21631E61CD36}"/>
              </a:ext>
            </a:extLst>
          </p:cNvPr>
          <p:cNvSpPr>
            <a:spLocks noGrp="1"/>
          </p:cNvSpPr>
          <p:nvPr>
            <p:ph type="body" sz="quarter" idx="10"/>
          </p:nvPr>
        </p:nvSpPr>
        <p:spPr>
          <a:xfrm>
            <a:off x="566969" y="2134151"/>
            <a:ext cx="10792619" cy="393414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llipse 5">
            <a:extLst>
              <a:ext uri="{FF2B5EF4-FFF2-40B4-BE49-F238E27FC236}">
                <a16:creationId xmlns:a16="http://schemas.microsoft.com/office/drawing/2014/main" id="{132A51A6-9487-C5D7-B6C8-9AB81B934F4B}"/>
              </a:ext>
            </a:extLst>
          </p:cNvPr>
          <p:cNvSpPr/>
          <p:nvPr userDrawn="1"/>
        </p:nvSpPr>
        <p:spPr>
          <a:xfrm>
            <a:off x="9624775" y="642596"/>
            <a:ext cx="1148105" cy="1148104"/>
          </a:xfrm>
          <a:prstGeom prst="ellipse">
            <a:avLst/>
          </a:prstGeom>
          <a:solidFill>
            <a:schemeClr val="accent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Tree>
    <p:extLst>
      <p:ext uri="{BB962C8B-B14F-4D97-AF65-F5344CB8AC3E}">
        <p14:creationId xmlns:p14="http://schemas.microsoft.com/office/powerpoint/2010/main" val="1973453941"/>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lide 3 phases">
    <p:spTree>
      <p:nvGrpSpPr>
        <p:cNvPr id="1" name=""/>
        <p:cNvGrpSpPr/>
        <p:nvPr/>
      </p:nvGrpSpPr>
      <p:grpSpPr>
        <a:xfrm>
          <a:off x="0" y="0"/>
          <a:ext cx="0" cy="0"/>
          <a:chOff x="0" y="0"/>
          <a:chExt cx="0" cy="0"/>
        </a:xfrm>
      </p:grpSpPr>
      <p:sp>
        <p:nvSpPr>
          <p:cNvPr id="5" name="Text 10">
            <a:extLst>
              <a:ext uri="{FF2B5EF4-FFF2-40B4-BE49-F238E27FC236}">
                <a16:creationId xmlns:a16="http://schemas.microsoft.com/office/drawing/2014/main" id="{E7A0DB54-895A-F7E4-7FD7-F6EE7AB5D91C}"/>
              </a:ext>
            </a:extLst>
          </p:cNvPr>
          <p:cNvSpPr/>
          <p:nvPr userDrawn="1"/>
        </p:nvSpPr>
        <p:spPr>
          <a:xfrm>
            <a:off x="508432" y="2499973"/>
            <a:ext cx="6030995" cy="1244048"/>
          </a:xfrm>
          <a:prstGeom prst="rect">
            <a:avLst/>
          </a:prstGeom>
          <a:noFill/>
          <a:ln/>
        </p:spPr>
        <p:txBody>
          <a:bodyPr wrap="square" lIns="0" tIns="0" rIns="0" bIns="0" rtlCol="0" anchor="t"/>
          <a:lstStyle/>
          <a:p>
            <a:pPr>
              <a:lnSpc>
                <a:spcPts val="4800"/>
              </a:lnSpc>
            </a:pPr>
            <a:endParaRPr lang="en-US" sz="375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endParaRPr>
          </a:p>
        </p:txBody>
      </p:sp>
      <p:sp>
        <p:nvSpPr>
          <p:cNvPr id="6" name="Text 13">
            <a:extLst>
              <a:ext uri="{FF2B5EF4-FFF2-40B4-BE49-F238E27FC236}">
                <a16:creationId xmlns:a16="http://schemas.microsoft.com/office/drawing/2014/main" id="{AF609A7E-E37F-0FAA-7FC8-49737D041E76}"/>
              </a:ext>
            </a:extLst>
          </p:cNvPr>
          <p:cNvSpPr/>
          <p:nvPr userDrawn="1"/>
        </p:nvSpPr>
        <p:spPr>
          <a:xfrm>
            <a:off x="508432" y="3870098"/>
            <a:ext cx="4276201" cy="269642"/>
          </a:xfrm>
          <a:prstGeom prst="rect">
            <a:avLst/>
          </a:prstGeom>
          <a:noFill/>
          <a:ln>
            <a:noFill/>
          </a:ln>
        </p:spPr>
        <p:txBody>
          <a:bodyPr wrap="square" lIns="0" tIns="0" rIns="0" bIns="0" rtlCol="0" anchor="t"/>
          <a:lstStyle/>
          <a:p>
            <a:pPr>
              <a:lnSpc>
                <a:spcPts val="1904"/>
              </a:lnSpc>
            </a:pPr>
            <a:endParaRPr lang="en-US" sz="14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endParaRPr>
          </a:p>
        </p:txBody>
      </p:sp>
      <p:pic>
        <p:nvPicPr>
          <p:cNvPr id="2" name="Image 0" descr=" ">
            <a:extLst>
              <a:ext uri="{FF2B5EF4-FFF2-40B4-BE49-F238E27FC236}">
                <a16:creationId xmlns:a16="http://schemas.microsoft.com/office/drawing/2014/main" id="{DFA3060B-131E-A30F-20A3-BB97BE6F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744816" y="0"/>
            <a:ext cx="4447916" cy="1790700"/>
          </a:xfrm>
          <a:prstGeom prst="rect">
            <a:avLst/>
          </a:prstGeom>
        </p:spPr>
      </p:pic>
      <p:pic>
        <p:nvPicPr>
          <p:cNvPr id="3" name="Image 1" descr=" ">
            <a:extLst>
              <a:ext uri="{FF2B5EF4-FFF2-40B4-BE49-F238E27FC236}">
                <a16:creationId xmlns:a16="http://schemas.microsoft.com/office/drawing/2014/main" id="{75F28224-5799-EA96-7BB2-6A7C4BC6B50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300455" y="0"/>
            <a:ext cx="3891545" cy="1352550"/>
          </a:xfrm>
          <a:prstGeom prst="rect">
            <a:avLst/>
          </a:prstGeom>
        </p:spPr>
      </p:pic>
      <p:sp>
        <p:nvSpPr>
          <p:cNvPr id="21" name="Espace réservé du texte 14">
            <a:extLst>
              <a:ext uri="{FF2B5EF4-FFF2-40B4-BE49-F238E27FC236}">
                <a16:creationId xmlns:a16="http://schemas.microsoft.com/office/drawing/2014/main" id="{071F313D-9D76-F110-D504-0A31ACEFEA19}"/>
              </a:ext>
            </a:extLst>
          </p:cNvPr>
          <p:cNvSpPr>
            <a:spLocks noGrp="1"/>
          </p:cNvSpPr>
          <p:nvPr>
            <p:ph type="body" sz="quarter" idx="23" hasCustomPrompt="1"/>
          </p:nvPr>
        </p:nvSpPr>
        <p:spPr>
          <a:xfrm>
            <a:off x="907379" y="3048449"/>
            <a:ext cx="2960014" cy="380552"/>
          </a:xfrm>
          <a:prstGeom prst="rect">
            <a:avLst/>
          </a:prstGeom>
        </p:spPr>
        <p:txBody>
          <a:bodyPr/>
          <a:lstStyle>
            <a:lvl1pPr marL="0" indent="0">
              <a:buNone/>
              <a:defRPr sz="1350" baseline="0">
                <a:solidFill>
                  <a:schemeClr val="tx1"/>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sp>
        <p:nvSpPr>
          <p:cNvPr id="22" name="Espace réservé du texte 14">
            <a:extLst>
              <a:ext uri="{FF2B5EF4-FFF2-40B4-BE49-F238E27FC236}">
                <a16:creationId xmlns:a16="http://schemas.microsoft.com/office/drawing/2014/main" id="{1FEC5403-DA97-EBA2-8B2C-49F51D1929E9}"/>
              </a:ext>
            </a:extLst>
          </p:cNvPr>
          <p:cNvSpPr>
            <a:spLocks noGrp="1"/>
          </p:cNvSpPr>
          <p:nvPr>
            <p:ph type="body" sz="quarter" idx="24" hasCustomPrompt="1"/>
          </p:nvPr>
        </p:nvSpPr>
        <p:spPr>
          <a:xfrm>
            <a:off x="907378" y="4526669"/>
            <a:ext cx="2960014" cy="1152965"/>
          </a:xfrm>
          <a:prstGeom prst="rect">
            <a:avLst/>
          </a:prstGeom>
        </p:spPr>
        <p:txBody>
          <a:bodyPr/>
          <a:lstStyle>
            <a:lvl1pPr marL="0" indent="0">
              <a:buNone/>
              <a:defRPr sz="1050" baseline="0">
                <a:solidFill>
                  <a:schemeClr val="tx1"/>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23" name="Espace réservé du texte 14">
            <a:extLst>
              <a:ext uri="{FF2B5EF4-FFF2-40B4-BE49-F238E27FC236}">
                <a16:creationId xmlns:a16="http://schemas.microsoft.com/office/drawing/2014/main" id="{AACA8978-DD50-ED90-1E95-2A3C6EDD027B}"/>
              </a:ext>
            </a:extLst>
          </p:cNvPr>
          <p:cNvSpPr>
            <a:spLocks noGrp="1"/>
          </p:cNvSpPr>
          <p:nvPr>
            <p:ph type="body" sz="quarter" idx="25" hasCustomPrompt="1"/>
          </p:nvPr>
        </p:nvSpPr>
        <p:spPr>
          <a:xfrm>
            <a:off x="926675" y="2411627"/>
            <a:ext cx="2960014" cy="553360"/>
          </a:xfrm>
          <a:prstGeom prst="rect">
            <a:avLst/>
          </a:prstGeom>
        </p:spPr>
        <p:txBody>
          <a:bodyPr/>
          <a:lstStyle>
            <a:lvl1pPr marL="0" indent="0">
              <a:buNone/>
              <a:defRPr sz="2750" baseline="0">
                <a:solidFill>
                  <a:schemeClr val="tx1"/>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Titre</a:t>
            </a:r>
          </a:p>
        </p:txBody>
      </p:sp>
      <p:sp>
        <p:nvSpPr>
          <p:cNvPr id="24" name="Text 13">
            <a:extLst>
              <a:ext uri="{FF2B5EF4-FFF2-40B4-BE49-F238E27FC236}">
                <a16:creationId xmlns:a16="http://schemas.microsoft.com/office/drawing/2014/main" id="{C2985973-8E40-E59E-2856-1E431971DDB4}"/>
              </a:ext>
            </a:extLst>
          </p:cNvPr>
          <p:cNvSpPr/>
          <p:nvPr userDrawn="1"/>
        </p:nvSpPr>
        <p:spPr>
          <a:xfrm>
            <a:off x="4261110" y="3870098"/>
            <a:ext cx="4276201" cy="269642"/>
          </a:xfrm>
          <a:prstGeom prst="rect">
            <a:avLst/>
          </a:prstGeom>
          <a:noFill/>
          <a:ln>
            <a:noFill/>
          </a:ln>
        </p:spPr>
        <p:txBody>
          <a:bodyPr wrap="square" lIns="0" tIns="0" rIns="0" bIns="0" rtlCol="0" anchor="t"/>
          <a:lstStyle/>
          <a:p>
            <a:pPr>
              <a:lnSpc>
                <a:spcPts val="1904"/>
              </a:lnSpc>
            </a:pPr>
            <a:endParaRPr lang="en-US" sz="14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26" name="Espace réservé du texte 14">
            <a:extLst>
              <a:ext uri="{FF2B5EF4-FFF2-40B4-BE49-F238E27FC236}">
                <a16:creationId xmlns:a16="http://schemas.microsoft.com/office/drawing/2014/main" id="{46FE7F65-8BE7-9B5F-1F20-8BC168A631AC}"/>
              </a:ext>
            </a:extLst>
          </p:cNvPr>
          <p:cNvSpPr>
            <a:spLocks noGrp="1"/>
          </p:cNvSpPr>
          <p:nvPr>
            <p:ph type="body" sz="quarter" idx="26" hasCustomPrompt="1"/>
          </p:nvPr>
        </p:nvSpPr>
        <p:spPr>
          <a:xfrm>
            <a:off x="4627179" y="3048449"/>
            <a:ext cx="2960014" cy="380552"/>
          </a:xfrm>
          <a:prstGeom prst="rect">
            <a:avLst/>
          </a:prstGeom>
        </p:spPr>
        <p:txBody>
          <a:bodyPr/>
          <a:lstStyle>
            <a:lvl1pPr marL="0" indent="0">
              <a:buNone/>
              <a:defRPr sz="1350" baseline="0">
                <a:solidFill>
                  <a:schemeClr val="tx1"/>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sp>
        <p:nvSpPr>
          <p:cNvPr id="27" name="Espace réservé du texte 14">
            <a:extLst>
              <a:ext uri="{FF2B5EF4-FFF2-40B4-BE49-F238E27FC236}">
                <a16:creationId xmlns:a16="http://schemas.microsoft.com/office/drawing/2014/main" id="{6DFC6412-5D9F-1CC7-10DC-9D633D13BE04}"/>
              </a:ext>
            </a:extLst>
          </p:cNvPr>
          <p:cNvSpPr>
            <a:spLocks noGrp="1"/>
          </p:cNvSpPr>
          <p:nvPr>
            <p:ph type="body" sz="quarter" idx="27" hasCustomPrompt="1"/>
          </p:nvPr>
        </p:nvSpPr>
        <p:spPr>
          <a:xfrm>
            <a:off x="4627179" y="4526669"/>
            <a:ext cx="2960014" cy="1152965"/>
          </a:xfrm>
          <a:prstGeom prst="rect">
            <a:avLst/>
          </a:prstGeom>
        </p:spPr>
        <p:txBody>
          <a:bodyPr/>
          <a:lstStyle>
            <a:lvl1pPr marL="0" indent="0">
              <a:buNone/>
              <a:defRPr sz="1050" baseline="0">
                <a:solidFill>
                  <a:schemeClr val="tx1"/>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28" name="Espace réservé du texte 14">
            <a:extLst>
              <a:ext uri="{FF2B5EF4-FFF2-40B4-BE49-F238E27FC236}">
                <a16:creationId xmlns:a16="http://schemas.microsoft.com/office/drawing/2014/main" id="{A80BBAA7-9785-16FC-7299-C30F2E2E3CF4}"/>
              </a:ext>
            </a:extLst>
          </p:cNvPr>
          <p:cNvSpPr>
            <a:spLocks noGrp="1"/>
          </p:cNvSpPr>
          <p:nvPr>
            <p:ph type="body" sz="quarter" idx="28" hasCustomPrompt="1"/>
          </p:nvPr>
        </p:nvSpPr>
        <p:spPr>
          <a:xfrm>
            <a:off x="4646476" y="2411627"/>
            <a:ext cx="2960014" cy="553360"/>
          </a:xfrm>
          <a:prstGeom prst="rect">
            <a:avLst/>
          </a:prstGeom>
        </p:spPr>
        <p:txBody>
          <a:bodyPr/>
          <a:lstStyle>
            <a:lvl1pPr marL="0" indent="0">
              <a:buNone/>
              <a:defRPr sz="2750" baseline="0">
                <a:solidFill>
                  <a:schemeClr val="tx1"/>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Titre</a:t>
            </a:r>
          </a:p>
        </p:txBody>
      </p:sp>
      <p:sp>
        <p:nvSpPr>
          <p:cNvPr id="30" name="Espace réservé du texte 14">
            <a:extLst>
              <a:ext uri="{FF2B5EF4-FFF2-40B4-BE49-F238E27FC236}">
                <a16:creationId xmlns:a16="http://schemas.microsoft.com/office/drawing/2014/main" id="{B37CB93E-1775-C102-6865-091119B37403}"/>
              </a:ext>
            </a:extLst>
          </p:cNvPr>
          <p:cNvSpPr>
            <a:spLocks noGrp="1"/>
          </p:cNvSpPr>
          <p:nvPr>
            <p:ph type="body" sz="quarter" idx="29" hasCustomPrompt="1"/>
          </p:nvPr>
        </p:nvSpPr>
        <p:spPr>
          <a:xfrm>
            <a:off x="8345590" y="3048449"/>
            <a:ext cx="2960014" cy="380552"/>
          </a:xfrm>
          <a:prstGeom prst="rect">
            <a:avLst/>
          </a:prstGeom>
        </p:spPr>
        <p:txBody>
          <a:bodyPr/>
          <a:lstStyle>
            <a:lvl1pPr marL="0" indent="0">
              <a:buNone/>
              <a:defRPr sz="1350" baseline="0">
                <a:solidFill>
                  <a:schemeClr val="tx1"/>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sp>
        <p:nvSpPr>
          <p:cNvPr id="31" name="Espace réservé du texte 14">
            <a:extLst>
              <a:ext uri="{FF2B5EF4-FFF2-40B4-BE49-F238E27FC236}">
                <a16:creationId xmlns:a16="http://schemas.microsoft.com/office/drawing/2014/main" id="{6AC435D3-64C4-0FED-86AD-6DC30DA009D0}"/>
              </a:ext>
            </a:extLst>
          </p:cNvPr>
          <p:cNvSpPr>
            <a:spLocks noGrp="1"/>
          </p:cNvSpPr>
          <p:nvPr>
            <p:ph type="body" sz="quarter" idx="30" hasCustomPrompt="1"/>
          </p:nvPr>
        </p:nvSpPr>
        <p:spPr>
          <a:xfrm>
            <a:off x="8345589" y="4526669"/>
            <a:ext cx="2960014" cy="1152965"/>
          </a:xfrm>
          <a:prstGeom prst="rect">
            <a:avLst/>
          </a:prstGeom>
        </p:spPr>
        <p:txBody>
          <a:bodyPr/>
          <a:lstStyle>
            <a:lvl1pPr marL="0" indent="0">
              <a:buNone/>
              <a:defRPr sz="1050" baseline="0">
                <a:solidFill>
                  <a:schemeClr val="tx1"/>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32" name="Espace réservé du texte 14">
            <a:extLst>
              <a:ext uri="{FF2B5EF4-FFF2-40B4-BE49-F238E27FC236}">
                <a16:creationId xmlns:a16="http://schemas.microsoft.com/office/drawing/2014/main" id="{EDABCCAA-14A1-DB4B-CC46-46716442D4BB}"/>
              </a:ext>
            </a:extLst>
          </p:cNvPr>
          <p:cNvSpPr>
            <a:spLocks noGrp="1"/>
          </p:cNvSpPr>
          <p:nvPr>
            <p:ph type="body" sz="quarter" idx="31" hasCustomPrompt="1"/>
          </p:nvPr>
        </p:nvSpPr>
        <p:spPr>
          <a:xfrm>
            <a:off x="8364886" y="2411627"/>
            <a:ext cx="2960014" cy="553360"/>
          </a:xfrm>
          <a:prstGeom prst="rect">
            <a:avLst/>
          </a:prstGeom>
        </p:spPr>
        <p:txBody>
          <a:bodyPr/>
          <a:lstStyle>
            <a:lvl1pPr marL="0" indent="0">
              <a:buNone/>
              <a:defRPr sz="2750" baseline="0">
                <a:solidFill>
                  <a:schemeClr val="tx1"/>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Titre</a:t>
            </a:r>
          </a:p>
        </p:txBody>
      </p:sp>
      <p:sp>
        <p:nvSpPr>
          <p:cNvPr id="18" name="Espace réservé du texte 7">
            <a:extLst>
              <a:ext uri="{FF2B5EF4-FFF2-40B4-BE49-F238E27FC236}">
                <a16:creationId xmlns:a16="http://schemas.microsoft.com/office/drawing/2014/main" id="{A90307FE-7A91-F829-6F3C-585F44C2999B}"/>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4" name="Titre 3">
            <a:extLst>
              <a:ext uri="{FF2B5EF4-FFF2-40B4-BE49-F238E27FC236}">
                <a16:creationId xmlns:a16="http://schemas.microsoft.com/office/drawing/2014/main" id="{5E7E6304-B25D-97C1-A2EC-39CF31B97DB1}"/>
              </a:ext>
            </a:extLst>
          </p:cNvPr>
          <p:cNvSpPr>
            <a:spLocks noGrp="1"/>
          </p:cNvSpPr>
          <p:nvPr>
            <p:ph type="title"/>
          </p:nvPr>
        </p:nvSpPr>
        <p:spPr>
          <a:xfrm>
            <a:off x="561182" y="202559"/>
            <a:ext cx="7286454" cy="1059607"/>
          </a:xfrm>
        </p:spPr>
        <p:txBody>
          <a:bodyPr/>
          <a:lstStyle>
            <a:lvl1pPr>
              <a:defRPr>
                <a:solidFill>
                  <a:schemeClr val="tx1"/>
                </a:solidFill>
              </a:defRPr>
            </a:lvl1pPr>
          </a:lstStyle>
          <a:p>
            <a:r>
              <a:rPr lang="fr-FR"/>
              <a:t>Modifiez le style du titre</a:t>
            </a:r>
          </a:p>
        </p:txBody>
      </p:sp>
      <p:sp>
        <p:nvSpPr>
          <p:cNvPr id="7" name="Espace réservé du texte 14">
            <a:extLst>
              <a:ext uri="{FF2B5EF4-FFF2-40B4-BE49-F238E27FC236}">
                <a16:creationId xmlns:a16="http://schemas.microsoft.com/office/drawing/2014/main" id="{EF42C04D-AFBE-723A-55AF-295FA2553641}"/>
              </a:ext>
            </a:extLst>
          </p:cNvPr>
          <p:cNvSpPr>
            <a:spLocks noGrp="1"/>
          </p:cNvSpPr>
          <p:nvPr>
            <p:ph type="body" sz="quarter" idx="12" hasCustomPrompt="1"/>
          </p:nvPr>
        </p:nvSpPr>
        <p:spPr>
          <a:xfrm>
            <a:off x="561182" y="1338044"/>
            <a:ext cx="7286454" cy="612111"/>
          </a:xfrm>
          <a:prstGeom prst="rect">
            <a:avLst/>
          </a:prstGeom>
        </p:spPr>
        <p:txBody>
          <a:bodyPr/>
          <a:lstStyle>
            <a:lvl1pPr marL="0" indent="0">
              <a:buNone/>
              <a:defRPr sz="1350" baseline="0">
                <a:solidFill>
                  <a:srgbClr val="101550"/>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sp>
        <p:nvSpPr>
          <p:cNvPr id="8" name="Ellipse 7">
            <a:extLst>
              <a:ext uri="{FF2B5EF4-FFF2-40B4-BE49-F238E27FC236}">
                <a16:creationId xmlns:a16="http://schemas.microsoft.com/office/drawing/2014/main" id="{E94C2CFF-36DE-17EC-90BC-BE4974C6C41E}"/>
              </a:ext>
            </a:extLst>
          </p:cNvPr>
          <p:cNvSpPr/>
          <p:nvPr userDrawn="1"/>
        </p:nvSpPr>
        <p:spPr>
          <a:xfrm>
            <a:off x="9624775" y="642596"/>
            <a:ext cx="1148105" cy="1148104"/>
          </a:xfrm>
          <a:prstGeom prst="ellipse">
            <a:avLst/>
          </a:prstGeom>
          <a:solidFill>
            <a:schemeClr val="accent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Tree>
    <p:extLst>
      <p:ext uri="{BB962C8B-B14F-4D97-AF65-F5344CB8AC3E}">
        <p14:creationId xmlns:p14="http://schemas.microsoft.com/office/powerpoint/2010/main" val="3566891608"/>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ide simple 3 parties 2">
    <p:spTree>
      <p:nvGrpSpPr>
        <p:cNvPr id="1" name=""/>
        <p:cNvGrpSpPr/>
        <p:nvPr/>
      </p:nvGrpSpPr>
      <p:grpSpPr>
        <a:xfrm>
          <a:off x="0" y="0"/>
          <a:ext cx="0" cy="0"/>
          <a:chOff x="0" y="0"/>
          <a:chExt cx="0" cy="0"/>
        </a:xfrm>
      </p:grpSpPr>
      <p:pic>
        <p:nvPicPr>
          <p:cNvPr id="4" name="Image 0" descr=" ">
            <a:extLst>
              <a:ext uri="{FF2B5EF4-FFF2-40B4-BE49-F238E27FC236}">
                <a16:creationId xmlns:a16="http://schemas.microsoft.com/office/drawing/2014/main" id="{36BD23CA-80F6-C555-1AA6-7399373B1A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4" y="0"/>
            <a:ext cx="12193524" cy="2997200"/>
          </a:xfrm>
          <a:prstGeom prst="rect">
            <a:avLst/>
          </a:prstGeom>
        </p:spPr>
      </p:pic>
      <p:sp>
        <p:nvSpPr>
          <p:cNvPr id="15" name="Espace réservé du texte 14">
            <a:extLst>
              <a:ext uri="{FF2B5EF4-FFF2-40B4-BE49-F238E27FC236}">
                <a16:creationId xmlns:a16="http://schemas.microsoft.com/office/drawing/2014/main" id="{526B2CC3-7100-FAF9-79F4-EA4820813F22}"/>
              </a:ext>
            </a:extLst>
          </p:cNvPr>
          <p:cNvSpPr>
            <a:spLocks noGrp="1"/>
          </p:cNvSpPr>
          <p:nvPr>
            <p:ph type="body" sz="quarter" idx="23" hasCustomPrompt="1"/>
          </p:nvPr>
        </p:nvSpPr>
        <p:spPr>
          <a:xfrm>
            <a:off x="649743" y="2166955"/>
            <a:ext cx="3187472" cy="396547"/>
          </a:xfrm>
          <a:prstGeom prst="rect">
            <a:avLst/>
          </a:prstGeom>
        </p:spPr>
        <p:txBody>
          <a:bodyPr/>
          <a:lstStyle>
            <a:lvl1pPr marL="0" indent="0" algn="l">
              <a:buNone/>
              <a:defRPr sz="18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17" name="Espace réservé du texte 14">
            <a:extLst>
              <a:ext uri="{FF2B5EF4-FFF2-40B4-BE49-F238E27FC236}">
                <a16:creationId xmlns:a16="http://schemas.microsoft.com/office/drawing/2014/main" id="{CD3BAB39-9A09-200E-66E3-6E92CB735DC2}"/>
              </a:ext>
            </a:extLst>
          </p:cNvPr>
          <p:cNvSpPr>
            <a:spLocks noGrp="1"/>
          </p:cNvSpPr>
          <p:nvPr>
            <p:ph type="body" sz="quarter" idx="24" hasCustomPrompt="1"/>
          </p:nvPr>
        </p:nvSpPr>
        <p:spPr>
          <a:xfrm>
            <a:off x="649743" y="3855137"/>
            <a:ext cx="3187472" cy="1288353"/>
          </a:xfrm>
          <a:prstGeom prst="rect">
            <a:avLst/>
          </a:prstGeom>
        </p:spPr>
        <p:txBody>
          <a:bodyPr/>
          <a:lstStyle>
            <a:lvl1pPr marL="0" indent="0" algn="l">
              <a:buNone/>
              <a:defRPr sz="1000" baseline="0">
                <a:solidFill>
                  <a:schemeClr val="tx1">
                    <a:lumMod val="75000"/>
                    <a:lumOff val="2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28" name="Espace réservé du texte 14">
            <a:extLst>
              <a:ext uri="{FF2B5EF4-FFF2-40B4-BE49-F238E27FC236}">
                <a16:creationId xmlns:a16="http://schemas.microsoft.com/office/drawing/2014/main" id="{D70CBA99-C73C-1379-5BA8-CD9215D0A3DA}"/>
              </a:ext>
            </a:extLst>
          </p:cNvPr>
          <p:cNvSpPr>
            <a:spLocks noGrp="1"/>
          </p:cNvSpPr>
          <p:nvPr>
            <p:ph type="body" sz="quarter" idx="30" hasCustomPrompt="1"/>
          </p:nvPr>
        </p:nvSpPr>
        <p:spPr>
          <a:xfrm>
            <a:off x="4486958" y="2166955"/>
            <a:ext cx="3187472" cy="396547"/>
          </a:xfrm>
          <a:prstGeom prst="rect">
            <a:avLst/>
          </a:prstGeom>
        </p:spPr>
        <p:txBody>
          <a:bodyPr/>
          <a:lstStyle>
            <a:lvl1pPr marL="0" indent="0" algn="l">
              <a:buNone/>
              <a:defRPr sz="18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29" name="Espace réservé du texte 14">
            <a:extLst>
              <a:ext uri="{FF2B5EF4-FFF2-40B4-BE49-F238E27FC236}">
                <a16:creationId xmlns:a16="http://schemas.microsoft.com/office/drawing/2014/main" id="{3BF95F58-B276-056A-7FDC-3BE601690CA3}"/>
              </a:ext>
            </a:extLst>
          </p:cNvPr>
          <p:cNvSpPr>
            <a:spLocks noGrp="1"/>
          </p:cNvSpPr>
          <p:nvPr>
            <p:ph type="body" sz="quarter" idx="31" hasCustomPrompt="1"/>
          </p:nvPr>
        </p:nvSpPr>
        <p:spPr>
          <a:xfrm>
            <a:off x="8382000" y="2151700"/>
            <a:ext cx="3187472" cy="396547"/>
          </a:xfrm>
          <a:prstGeom prst="rect">
            <a:avLst/>
          </a:prstGeom>
        </p:spPr>
        <p:txBody>
          <a:bodyPr/>
          <a:lstStyle>
            <a:lvl1pPr marL="0" indent="0" algn="l">
              <a:buNone/>
              <a:defRPr sz="18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32" name="Espace réservé du texte 14">
            <a:extLst>
              <a:ext uri="{FF2B5EF4-FFF2-40B4-BE49-F238E27FC236}">
                <a16:creationId xmlns:a16="http://schemas.microsoft.com/office/drawing/2014/main" id="{D50A25C4-7EED-CE8E-AEE9-56E9A0459DB8}"/>
              </a:ext>
            </a:extLst>
          </p:cNvPr>
          <p:cNvSpPr>
            <a:spLocks noGrp="1"/>
          </p:cNvSpPr>
          <p:nvPr>
            <p:ph type="body" sz="quarter" idx="34" hasCustomPrompt="1"/>
          </p:nvPr>
        </p:nvSpPr>
        <p:spPr>
          <a:xfrm>
            <a:off x="4486957" y="3855137"/>
            <a:ext cx="3187472" cy="1288353"/>
          </a:xfrm>
          <a:prstGeom prst="rect">
            <a:avLst/>
          </a:prstGeom>
        </p:spPr>
        <p:txBody>
          <a:bodyPr/>
          <a:lstStyle>
            <a:lvl1pPr marL="0" indent="0" algn="l">
              <a:buNone/>
              <a:defRPr sz="1000" baseline="0">
                <a:solidFill>
                  <a:schemeClr val="tx1">
                    <a:lumMod val="75000"/>
                    <a:lumOff val="2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33" name="Espace réservé du texte 14">
            <a:extLst>
              <a:ext uri="{FF2B5EF4-FFF2-40B4-BE49-F238E27FC236}">
                <a16:creationId xmlns:a16="http://schemas.microsoft.com/office/drawing/2014/main" id="{97EB84E0-599C-BF08-9EE4-DB4C4A0C6837}"/>
              </a:ext>
            </a:extLst>
          </p:cNvPr>
          <p:cNvSpPr>
            <a:spLocks noGrp="1"/>
          </p:cNvSpPr>
          <p:nvPr>
            <p:ph type="body" sz="quarter" idx="35" hasCustomPrompt="1"/>
          </p:nvPr>
        </p:nvSpPr>
        <p:spPr>
          <a:xfrm>
            <a:off x="8324171" y="3855137"/>
            <a:ext cx="3187472" cy="1288353"/>
          </a:xfrm>
          <a:prstGeom prst="rect">
            <a:avLst/>
          </a:prstGeom>
        </p:spPr>
        <p:txBody>
          <a:bodyPr/>
          <a:lstStyle>
            <a:lvl1pPr marL="0" indent="0" algn="l">
              <a:buNone/>
              <a:defRPr sz="1000" baseline="0">
                <a:solidFill>
                  <a:schemeClr val="tx1">
                    <a:lumMod val="75000"/>
                    <a:lumOff val="2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12" name="Espace réservé du texte 11">
            <a:extLst>
              <a:ext uri="{FF2B5EF4-FFF2-40B4-BE49-F238E27FC236}">
                <a16:creationId xmlns:a16="http://schemas.microsoft.com/office/drawing/2014/main" id="{7134C7E1-64C7-249D-833B-B74E811A1F64}"/>
              </a:ext>
            </a:extLst>
          </p:cNvPr>
          <p:cNvSpPr>
            <a:spLocks noGrp="1"/>
          </p:cNvSpPr>
          <p:nvPr>
            <p:ph type="body" sz="quarter" idx="36" hasCustomPrompt="1"/>
          </p:nvPr>
        </p:nvSpPr>
        <p:spPr>
          <a:xfrm>
            <a:off x="758032" y="3253582"/>
            <a:ext cx="1293793" cy="396081"/>
          </a:xfrm>
          <a:prstGeom prst="rect">
            <a:avLst/>
          </a:prstGeom>
        </p:spPr>
        <p:txBody>
          <a:bodyPr/>
          <a:lstStyle>
            <a:lvl1pPr>
              <a:defRPr b="1">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fr-FR"/>
              <a:t>Sous-titre</a:t>
            </a:r>
          </a:p>
        </p:txBody>
      </p:sp>
      <p:sp>
        <p:nvSpPr>
          <p:cNvPr id="16" name="Espace réservé du texte 11">
            <a:extLst>
              <a:ext uri="{FF2B5EF4-FFF2-40B4-BE49-F238E27FC236}">
                <a16:creationId xmlns:a16="http://schemas.microsoft.com/office/drawing/2014/main" id="{1F57CE9C-2703-3D07-9C22-A28F0BC497A1}"/>
              </a:ext>
            </a:extLst>
          </p:cNvPr>
          <p:cNvSpPr>
            <a:spLocks noGrp="1"/>
          </p:cNvSpPr>
          <p:nvPr>
            <p:ph type="body" sz="quarter" idx="37" hasCustomPrompt="1"/>
          </p:nvPr>
        </p:nvSpPr>
        <p:spPr>
          <a:xfrm>
            <a:off x="4609989" y="3262303"/>
            <a:ext cx="1293793" cy="396081"/>
          </a:xfrm>
          <a:prstGeom prst="rect">
            <a:avLst/>
          </a:prstGeom>
        </p:spPr>
        <p:txBody>
          <a:bodyPr/>
          <a:lstStyle>
            <a:lvl1pPr>
              <a:defRPr b="1">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fr-FR"/>
              <a:t>Sous-titre</a:t>
            </a:r>
          </a:p>
        </p:txBody>
      </p:sp>
      <p:sp>
        <p:nvSpPr>
          <p:cNvPr id="20" name="Espace réservé du texte 11">
            <a:extLst>
              <a:ext uri="{FF2B5EF4-FFF2-40B4-BE49-F238E27FC236}">
                <a16:creationId xmlns:a16="http://schemas.microsoft.com/office/drawing/2014/main" id="{C7FBF6A1-6103-1E72-1998-F98A655E32CB}"/>
              </a:ext>
            </a:extLst>
          </p:cNvPr>
          <p:cNvSpPr>
            <a:spLocks noGrp="1"/>
          </p:cNvSpPr>
          <p:nvPr>
            <p:ph type="body" sz="quarter" idx="38" hasCustomPrompt="1"/>
          </p:nvPr>
        </p:nvSpPr>
        <p:spPr>
          <a:xfrm>
            <a:off x="8461946" y="3253582"/>
            <a:ext cx="1293793" cy="396081"/>
          </a:xfrm>
          <a:prstGeom prst="rect">
            <a:avLst/>
          </a:prstGeom>
        </p:spPr>
        <p:txBody>
          <a:bodyPr/>
          <a:lstStyle>
            <a:lvl1pPr>
              <a:defRPr b="1">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fr-FR"/>
              <a:t>Sous-titre</a:t>
            </a:r>
          </a:p>
        </p:txBody>
      </p:sp>
      <p:pic>
        <p:nvPicPr>
          <p:cNvPr id="5" name="Image 4">
            <a:extLst>
              <a:ext uri="{FF2B5EF4-FFF2-40B4-BE49-F238E27FC236}">
                <a16:creationId xmlns:a16="http://schemas.microsoft.com/office/drawing/2014/main" id="{70282332-F3E6-9FA6-B4FF-87099AC01093}"/>
              </a:ext>
            </a:extLst>
          </p:cNvPr>
          <p:cNvPicPr>
            <a:picLocks noChangeAspect="1"/>
          </p:cNvPicPr>
          <p:nvPr userDrawn="1"/>
        </p:nvPicPr>
        <p:blipFill>
          <a:blip r:embed="rId4"/>
          <a:stretch>
            <a:fillRect/>
          </a:stretch>
        </p:blipFill>
        <p:spPr>
          <a:xfrm>
            <a:off x="11530874" y="475988"/>
            <a:ext cx="533079" cy="484173"/>
          </a:xfrm>
          <a:prstGeom prst="rect">
            <a:avLst/>
          </a:prstGeom>
        </p:spPr>
      </p:pic>
      <p:sp>
        <p:nvSpPr>
          <p:cNvPr id="10" name="Espace réservé du texte 7">
            <a:extLst>
              <a:ext uri="{FF2B5EF4-FFF2-40B4-BE49-F238E27FC236}">
                <a16:creationId xmlns:a16="http://schemas.microsoft.com/office/drawing/2014/main" id="{3EFAA4F2-D85C-71AD-0E21-8EF0D64E6403}"/>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2" name="Titre 3">
            <a:extLst>
              <a:ext uri="{FF2B5EF4-FFF2-40B4-BE49-F238E27FC236}">
                <a16:creationId xmlns:a16="http://schemas.microsoft.com/office/drawing/2014/main" id="{F0FC0F26-0B32-8A6D-AE4B-0D33BBD71536}"/>
              </a:ext>
            </a:extLst>
          </p:cNvPr>
          <p:cNvSpPr>
            <a:spLocks noGrp="1"/>
          </p:cNvSpPr>
          <p:nvPr>
            <p:ph type="title"/>
          </p:nvPr>
        </p:nvSpPr>
        <p:spPr>
          <a:xfrm>
            <a:off x="561182" y="202559"/>
            <a:ext cx="10841645" cy="1059607"/>
          </a:xfrm>
        </p:spPr>
        <p:txBody>
          <a:bodyPr/>
          <a:lstStyle>
            <a:lvl1pPr>
              <a:defRPr>
                <a:solidFill>
                  <a:schemeClr val="tx1"/>
                </a:solidFill>
              </a:defRPr>
            </a:lvl1pPr>
          </a:lstStyle>
          <a:p>
            <a:r>
              <a:rPr lang="fr-FR"/>
              <a:t>Modifiez le style du titre</a:t>
            </a:r>
          </a:p>
        </p:txBody>
      </p:sp>
    </p:spTree>
    <p:extLst>
      <p:ext uri="{BB962C8B-B14F-4D97-AF65-F5344CB8AC3E}">
        <p14:creationId xmlns:p14="http://schemas.microsoft.com/office/powerpoint/2010/main" val="3749059029"/>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lide Off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BD54363-B6B9-6425-4EFF-E440CA8A493E}"/>
              </a:ext>
            </a:extLst>
          </p:cNvPr>
          <p:cNvSpPr/>
          <p:nvPr userDrawn="1"/>
        </p:nvSpPr>
        <p:spPr>
          <a:xfrm>
            <a:off x="440756" y="557494"/>
            <a:ext cx="1938763" cy="246221"/>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pic>
        <p:nvPicPr>
          <p:cNvPr id="2" name="Image 0" descr=" ">
            <a:extLst>
              <a:ext uri="{FF2B5EF4-FFF2-40B4-BE49-F238E27FC236}">
                <a16:creationId xmlns:a16="http://schemas.microsoft.com/office/drawing/2014/main" id="{DFA3060B-131E-A30F-20A3-BB97BE6F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744816" y="0"/>
            <a:ext cx="4447916" cy="1790700"/>
          </a:xfrm>
          <a:prstGeom prst="rect">
            <a:avLst/>
          </a:prstGeom>
        </p:spPr>
      </p:pic>
      <p:pic>
        <p:nvPicPr>
          <p:cNvPr id="3" name="Image 1" descr=" ">
            <a:extLst>
              <a:ext uri="{FF2B5EF4-FFF2-40B4-BE49-F238E27FC236}">
                <a16:creationId xmlns:a16="http://schemas.microsoft.com/office/drawing/2014/main" id="{75F28224-5799-EA96-7BB2-6A7C4BC6B50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300455" y="0"/>
            <a:ext cx="3891545" cy="1352550"/>
          </a:xfrm>
          <a:prstGeom prst="rect">
            <a:avLst/>
          </a:prstGeom>
        </p:spPr>
      </p:pic>
      <p:sp>
        <p:nvSpPr>
          <p:cNvPr id="9" name="Espace réservé du texte 7">
            <a:extLst>
              <a:ext uri="{FF2B5EF4-FFF2-40B4-BE49-F238E27FC236}">
                <a16:creationId xmlns:a16="http://schemas.microsoft.com/office/drawing/2014/main" id="{46F34343-0EFD-A7D2-72DE-8CFD7F7A94AF}"/>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5" name="Titre 3">
            <a:extLst>
              <a:ext uri="{FF2B5EF4-FFF2-40B4-BE49-F238E27FC236}">
                <a16:creationId xmlns:a16="http://schemas.microsoft.com/office/drawing/2014/main" id="{6D48141F-86B2-3752-F461-E296A4148443}"/>
              </a:ext>
            </a:extLst>
          </p:cNvPr>
          <p:cNvSpPr>
            <a:spLocks noGrp="1"/>
          </p:cNvSpPr>
          <p:nvPr>
            <p:ph type="title"/>
          </p:nvPr>
        </p:nvSpPr>
        <p:spPr>
          <a:xfrm>
            <a:off x="561182" y="202559"/>
            <a:ext cx="7286454" cy="1059607"/>
          </a:xfrm>
        </p:spPr>
        <p:txBody>
          <a:bodyPr/>
          <a:lstStyle>
            <a:lvl1pPr>
              <a:defRPr>
                <a:solidFill>
                  <a:schemeClr val="tx1"/>
                </a:solidFill>
              </a:defRPr>
            </a:lvl1pPr>
          </a:lstStyle>
          <a:p>
            <a:r>
              <a:rPr lang="fr-FR"/>
              <a:t>Modifiez le style du titre</a:t>
            </a:r>
          </a:p>
        </p:txBody>
      </p:sp>
      <p:sp>
        <p:nvSpPr>
          <p:cNvPr id="10" name="Espace réservé du texte 14">
            <a:extLst>
              <a:ext uri="{FF2B5EF4-FFF2-40B4-BE49-F238E27FC236}">
                <a16:creationId xmlns:a16="http://schemas.microsoft.com/office/drawing/2014/main" id="{1CAAD599-380D-6462-841B-8773FBF949DA}"/>
              </a:ext>
            </a:extLst>
          </p:cNvPr>
          <p:cNvSpPr>
            <a:spLocks noGrp="1"/>
          </p:cNvSpPr>
          <p:nvPr>
            <p:ph type="body" sz="quarter" idx="12" hasCustomPrompt="1"/>
          </p:nvPr>
        </p:nvSpPr>
        <p:spPr>
          <a:xfrm>
            <a:off x="561182" y="1338044"/>
            <a:ext cx="7286454" cy="612111"/>
          </a:xfrm>
          <a:prstGeom prst="rect">
            <a:avLst/>
          </a:prstGeom>
        </p:spPr>
        <p:txBody>
          <a:bodyPr/>
          <a:lstStyle>
            <a:lvl1pPr marL="0" indent="0">
              <a:buNone/>
              <a:defRPr sz="1350" baseline="0">
                <a:solidFill>
                  <a:srgbClr val="101550"/>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sp>
        <p:nvSpPr>
          <p:cNvPr id="12" name="Espace réservé du texte 8">
            <a:extLst>
              <a:ext uri="{FF2B5EF4-FFF2-40B4-BE49-F238E27FC236}">
                <a16:creationId xmlns:a16="http://schemas.microsoft.com/office/drawing/2014/main" id="{A9390FCE-EB61-448B-9203-492131091761}"/>
              </a:ext>
            </a:extLst>
          </p:cNvPr>
          <p:cNvSpPr>
            <a:spLocks noGrp="1"/>
          </p:cNvSpPr>
          <p:nvPr>
            <p:ph type="body" sz="quarter" idx="10"/>
          </p:nvPr>
        </p:nvSpPr>
        <p:spPr>
          <a:xfrm>
            <a:off x="566969" y="2134151"/>
            <a:ext cx="10792619" cy="409281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llipse 3">
            <a:extLst>
              <a:ext uri="{FF2B5EF4-FFF2-40B4-BE49-F238E27FC236}">
                <a16:creationId xmlns:a16="http://schemas.microsoft.com/office/drawing/2014/main" id="{78DAB13A-56FF-2045-9DC8-E16F37FF4564}"/>
              </a:ext>
            </a:extLst>
          </p:cNvPr>
          <p:cNvSpPr/>
          <p:nvPr userDrawn="1"/>
        </p:nvSpPr>
        <p:spPr>
          <a:xfrm>
            <a:off x="9624775" y="642596"/>
            <a:ext cx="1148105" cy="1148104"/>
          </a:xfrm>
          <a:prstGeom prst="ellipse">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Tree>
    <p:extLst>
      <p:ext uri="{BB962C8B-B14F-4D97-AF65-F5344CB8AC3E}">
        <p14:creationId xmlns:p14="http://schemas.microsoft.com/office/powerpoint/2010/main" val="1702712209"/>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lide Off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BD54363-B6B9-6425-4EFF-E440CA8A493E}"/>
              </a:ext>
            </a:extLst>
          </p:cNvPr>
          <p:cNvSpPr/>
          <p:nvPr userDrawn="1"/>
        </p:nvSpPr>
        <p:spPr>
          <a:xfrm>
            <a:off x="440756" y="557494"/>
            <a:ext cx="1938763" cy="246221"/>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pic>
        <p:nvPicPr>
          <p:cNvPr id="2" name="Image 0" descr=" ">
            <a:extLst>
              <a:ext uri="{FF2B5EF4-FFF2-40B4-BE49-F238E27FC236}">
                <a16:creationId xmlns:a16="http://schemas.microsoft.com/office/drawing/2014/main" id="{DFA3060B-131E-A30F-20A3-BB97BE6F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744816" y="0"/>
            <a:ext cx="4447916" cy="1790700"/>
          </a:xfrm>
          <a:prstGeom prst="rect">
            <a:avLst/>
          </a:prstGeom>
        </p:spPr>
      </p:pic>
      <p:pic>
        <p:nvPicPr>
          <p:cNvPr id="3" name="Image 1" descr=" ">
            <a:extLst>
              <a:ext uri="{FF2B5EF4-FFF2-40B4-BE49-F238E27FC236}">
                <a16:creationId xmlns:a16="http://schemas.microsoft.com/office/drawing/2014/main" id="{75F28224-5799-EA96-7BB2-6A7C4BC6B50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300455" y="0"/>
            <a:ext cx="3891545" cy="1352550"/>
          </a:xfrm>
          <a:prstGeom prst="rect">
            <a:avLst/>
          </a:prstGeom>
        </p:spPr>
      </p:pic>
      <p:sp>
        <p:nvSpPr>
          <p:cNvPr id="8" name="Espace réservé du texte 14">
            <a:extLst>
              <a:ext uri="{FF2B5EF4-FFF2-40B4-BE49-F238E27FC236}">
                <a16:creationId xmlns:a16="http://schemas.microsoft.com/office/drawing/2014/main" id="{B15ACA86-C478-7388-A912-610D259D5553}"/>
              </a:ext>
            </a:extLst>
          </p:cNvPr>
          <p:cNvSpPr>
            <a:spLocks noGrp="1"/>
          </p:cNvSpPr>
          <p:nvPr>
            <p:ph type="body" sz="quarter" idx="23" hasCustomPrompt="1"/>
          </p:nvPr>
        </p:nvSpPr>
        <p:spPr>
          <a:xfrm>
            <a:off x="441487" y="2307571"/>
            <a:ext cx="1727416" cy="490890"/>
          </a:xfrm>
          <a:prstGeom prst="rect">
            <a:avLst/>
          </a:prstGeom>
        </p:spPr>
        <p:txBody>
          <a:bodyPr/>
          <a:lstStyle>
            <a:lvl1pPr marL="0" indent="0" algn="ctr">
              <a:buNone/>
              <a:defRPr sz="1750" b="1" i="0" baseline="0">
                <a:solidFill>
                  <a:schemeClr val="accent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Titre court</a:t>
            </a:r>
          </a:p>
        </p:txBody>
      </p:sp>
      <p:sp>
        <p:nvSpPr>
          <p:cNvPr id="12" name="Espace réservé du texte 14">
            <a:extLst>
              <a:ext uri="{FF2B5EF4-FFF2-40B4-BE49-F238E27FC236}">
                <a16:creationId xmlns:a16="http://schemas.microsoft.com/office/drawing/2014/main" id="{50A53942-2121-0E50-848B-ED8E41146533}"/>
              </a:ext>
            </a:extLst>
          </p:cNvPr>
          <p:cNvSpPr>
            <a:spLocks noGrp="1"/>
          </p:cNvSpPr>
          <p:nvPr>
            <p:ph type="body" sz="quarter" idx="24" hasCustomPrompt="1"/>
          </p:nvPr>
        </p:nvSpPr>
        <p:spPr>
          <a:xfrm>
            <a:off x="2384625" y="2490255"/>
            <a:ext cx="3309936" cy="490890"/>
          </a:xfrm>
          <a:prstGeom prst="rect">
            <a:avLst/>
          </a:prstGeom>
        </p:spPr>
        <p:txBody>
          <a:bodyPr/>
          <a:lstStyle>
            <a:lvl1pPr marL="0" indent="0" algn="l">
              <a:buNone/>
              <a:defRPr sz="1050" baseline="0">
                <a:solidFill>
                  <a:schemeClr val="tx1">
                    <a:lumMod val="75000"/>
                    <a:lumOff val="2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marL="0" marR="0" lvl="0" indent="0" algn="l" defTabSz="412750" rtl="0" eaLnBrk="1" fontAlgn="auto" latinLnBrk="0" hangingPunct="1">
              <a:lnSpc>
                <a:spcPct val="150000"/>
              </a:lnSpc>
              <a:spcBef>
                <a:spcPts val="0"/>
              </a:spcBef>
              <a:spcAft>
                <a:spcPts val="0"/>
              </a:spcAft>
              <a:buClrTx/>
              <a:buSzPct val="125000"/>
              <a:buFontTx/>
              <a:buNone/>
              <a:tabLst/>
              <a:defRPr/>
            </a:pPr>
            <a:r>
              <a:rPr lang="fr-FR"/>
              <a:t>Cliquez pour ajouter du texte</a:t>
            </a:r>
          </a:p>
        </p:txBody>
      </p:sp>
      <p:sp>
        <p:nvSpPr>
          <p:cNvPr id="15" name="Espace réservé du texte 14">
            <a:extLst>
              <a:ext uri="{FF2B5EF4-FFF2-40B4-BE49-F238E27FC236}">
                <a16:creationId xmlns:a16="http://schemas.microsoft.com/office/drawing/2014/main" id="{8B8B4FF8-23C3-42A6-F08F-77B93D67F5A8}"/>
              </a:ext>
            </a:extLst>
          </p:cNvPr>
          <p:cNvSpPr>
            <a:spLocks noGrp="1"/>
          </p:cNvSpPr>
          <p:nvPr>
            <p:ph type="body" sz="quarter" idx="25" hasCustomPrompt="1"/>
          </p:nvPr>
        </p:nvSpPr>
        <p:spPr>
          <a:xfrm>
            <a:off x="2384625" y="2093709"/>
            <a:ext cx="3309936" cy="396547"/>
          </a:xfrm>
          <a:prstGeom prst="rect">
            <a:avLst/>
          </a:prstGeom>
        </p:spPr>
        <p:txBody>
          <a:bodyPr/>
          <a:lstStyle>
            <a:lvl1pPr marL="0" indent="0">
              <a:buNone/>
              <a:defRPr sz="14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38" name="Espace réservé du texte 14">
            <a:extLst>
              <a:ext uri="{FF2B5EF4-FFF2-40B4-BE49-F238E27FC236}">
                <a16:creationId xmlns:a16="http://schemas.microsoft.com/office/drawing/2014/main" id="{F72F29EE-953B-1FF4-F107-54680EC5CAE4}"/>
              </a:ext>
            </a:extLst>
          </p:cNvPr>
          <p:cNvSpPr>
            <a:spLocks noGrp="1"/>
          </p:cNvSpPr>
          <p:nvPr>
            <p:ph type="body" sz="quarter" idx="26" hasCustomPrompt="1"/>
          </p:nvPr>
        </p:nvSpPr>
        <p:spPr>
          <a:xfrm>
            <a:off x="6145058" y="2328453"/>
            <a:ext cx="1727416" cy="490891"/>
          </a:xfrm>
          <a:prstGeom prst="rect">
            <a:avLst/>
          </a:prstGeom>
        </p:spPr>
        <p:txBody>
          <a:bodyPr/>
          <a:lstStyle>
            <a:lvl1pPr marL="0" indent="0" algn="ctr">
              <a:buNone/>
              <a:defRPr sz="1750" b="1" i="0" baseline="0">
                <a:solidFill>
                  <a:schemeClr val="accent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Titre court</a:t>
            </a:r>
          </a:p>
        </p:txBody>
      </p:sp>
      <p:sp>
        <p:nvSpPr>
          <p:cNvPr id="39" name="Espace réservé du texte 14">
            <a:extLst>
              <a:ext uri="{FF2B5EF4-FFF2-40B4-BE49-F238E27FC236}">
                <a16:creationId xmlns:a16="http://schemas.microsoft.com/office/drawing/2014/main" id="{123E789C-E223-372A-1AAB-8E0100F7A6B2}"/>
              </a:ext>
            </a:extLst>
          </p:cNvPr>
          <p:cNvSpPr>
            <a:spLocks noGrp="1"/>
          </p:cNvSpPr>
          <p:nvPr>
            <p:ph type="body" sz="quarter" idx="27" hasCustomPrompt="1"/>
          </p:nvPr>
        </p:nvSpPr>
        <p:spPr>
          <a:xfrm>
            <a:off x="8088196" y="2490255"/>
            <a:ext cx="3309936" cy="490890"/>
          </a:xfrm>
          <a:prstGeom prst="rect">
            <a:avLst/>
          </a:prstGeom>
        </p:spPr>
        <p:txBody>
          <a:bodyPr/>
          <a:lstStyle>
            <a:lvl1pPr marL="0" indent="0" algn="l">
              <a:buNone/>
              <a:defRPr sz="1050" baseline="0">
                <a:solidFill>
                  <a:schemeClr val="tx1">
                    <a:lumMod val="75000"/>
                    <a:lumOff val="2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marL="0" marR="0" lvl="0" indent="0" algn="l" defTabSz="412750" rtl="0" eaLnBrk="1" fontAlgn="auto" latinLnBrk="0" hangingPunct="1">
              <a:lnSpc>
                <a:spcPct val="150000"/>
              </a:lnSpc>
              <a:spcBef>
                <a:spcPts val="0"/>
              </a:spcBef>
              <a:spcAft>
                <a:spcPts val="0"/>
              </a:spcAft>
              <a:buClrTx/>
              <a:buSzPct val="125000"/>
              <a:buFontTx/>
              <a:buNone/>
              <a:tabLst/>
              <a:defRPr/>
            </a:pPr>
            <a:r>
              <a:rPr lang="fr-FR"/>
              <a:t>Cliquez pour ajouter du texte</a:t>
            </a:r>
          </a:p>
        </p:txBody>
      </p:sp>
      <p:sp>
        <p:nvSpPr>
          <p:cNvPr id="40" name="Espace réservé du texte 14">
            <a:extLst>
              <a:ext uri="{FF2B5EF4-FFF2-40B4-BE49-F238E27FC236}">
                <a16:creationId xmlns:a16="http://schemas.microsoft.com/office/drawing/2014/main" id="{48C7F99B-1224-FF82-90A6-F80715692651}"/>
              </a:ext>
            </a:extLst>
          </p:cNvPr>
          <p:cNvSpPr>
            <a:spLocks noGrp="1"/>
          </p:cNvSpPr>
          <p:nvPr>
            <p:ph type="body" sz="quarter" idx="28" hasCustomPrompt="1"/>
          </p:nvPr>
        </p:nvSpPr>
        <p:spPr>
          <a:xfrm>
            <a:off x="8088196" y="2093709"/>
            <a:ext cx="3309936" cy="396547"/>
          </a:xfrm>
          <a:prstGeom prst="rect">
            <a:avLst/>
          </a:prstGeom>
        </p:spPr>
        <p:txBody>
          <a:bodyPr/>
          <a:lstStyle>
            <a:lvl1pPr marL="0" indent="0">
              <a:buNone/>
              <a:defRPr sz="14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43" name="Espace réservé du texte 14">
            <a:extLst>
              <a:ext uri="{FF2B5EF4-FFF2-40B4-BE49-F238E27FC236}">
                <a16:creationId xmlns:a16="http://schemas.microsoft.com/office/drawing/2014/main" id="{2CCCBFBA-B391-8824-E344-C437416D6A34}"/>
              </a:ext>
            </a:extLst>
          </p:cNvPr>
          <p:cNvSpPr>
            <a:spLocks noGrp="1"/>
          </p:cNvSpPr>
          <p:nvPr>
            <p:ph type="body" sz="quarter" idx="29" hasCustomPrompt="1"/>
          </p:nvPr>
        </p:nvSpPr>
        <p:spPr>
          <a:xfrm>
            <a:off x="457815" y="3763607"/>
            <a:ext cx="1727416" cy="490890"/>
          </a:xfrm>
          <a:prstGeom prst="rect">
            <a:avLst/>
          </a:prstGeom>
        </p:spPr>
        <p:txBody>
          <a:bodyPr/>
          <a:lstStyle>
            <a:lvl1pPr marL="0" indent="0" algn="ctr">
              <a:buNone/>
              <a:defRPr sz="1750" b="1" i="0" baseline="0">
                <a:solidFill>
                  <a:schemeClr val="accent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Titre court</a:t>
            </a:r>
          </a:p>
        </p:txBody>
      </p:sp>
      <p:sp>
        <p:nvSpPr>
          <p:cNvPr id="44" name="Espace réservé du texte 14">
            <a:extLst>
              <a:ext uri="{FF2B5EF4-FFF2-40B4-BE49-F238E27FC236}">
                <a16:creationId xmlns:a16="http://schemas.microsoft.com/office/drawing/2014/main" id="{ACE1A483-4799-5F96-F797-3A0C3A9493DC}"/>
              </a:ext>
            </a:extLst>
          </p:cNvPr>
          <p:cNvSpPr>
            <a:spLocks noGrp="1"/>
          </p:cNvSpPr>
          <p:nvPr>
            <p:ph type="body" sz="quarter" idx="30" hasCustomPrompt="1"/>
          </p:nvPr>
        </p:nvSpPr>
        <p:spPr>
          <a:xfrm>
            <a:off x="2400954" y="3919005"/>
            <a:ext cx="3309936" cy="490890"/>
          </a:xfrm>
          <a:prstGeom prst="rect">
            <a:avLst/>
          </a:prstGeom>
        </p:spPr>
        <p:txBody>
          <a:bodyPr/>
          <a:lstStyle>
            <a:lvl1pPr marL="0" indent="0" algn="l">
              <a:buNone/>
              <a:defRPr sz="1050" baseline="0">
                <a:solidFill>
                  <a:schemeClr val="tx1">
                    <a:lumMod val="75000"/>
                    <a:lumOff val="2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marL="0" marR="0" lvl="0" indent="0" algn="l" defTabSz="412750" rtl="0" eaLnBrk="1" fontAlgn="auto" latinLnBrk="0" hangingPunct="1">
              <a:lnSpc>
                <a:spcPct val="150000"/>
              </a:lnSpc>
              <a:spcBef>
                <a:spcPts val="0"/>
              </a:spcBef>
              <a:spcAft>
                <a:spcPts val="0"/>
              </a:spcAft>
              <a:buClrTx/>
              <a:buSzPct val="125000"/>
              <a:buFontTx/>
              <a:buNone/>
              <a:tabLst/>
              <a:defRPr/>
            </a:pPr>
            <a:r>
              <a:rPr lang="fr-FR"/>
              <a:t>Cliquez pour ajouter du texte</a:t>
            </a:r>
          </a:p>
        </p:txBody>
      </p:sp>
      <p:sp>
        <p:nvSpPr>
          <p:cNvPr id="45" name="Espace réservé du texte 14">
            <a:extLst>
              <a:ext uri="{FF2B5EF4-FFF2-40B4-BE49-F238E27FC236}">
                <a16:creationId xmlns:a16="http://schemas.microsoft.com/office/drawing/2014/main" id="{212B7B97-5411-3C25-FB80-EA87C626CD2C}"/>
              </a:ext>
            </a:extLst>
          </p:cNvPr>
          <p:cNvSpPr>
            <a:spLocks noGrp="1"/>
          </p:cNvSpPr>
          <p:nvPr>
            <p:ph type="body" sz="quarter" idx="31" hasCustomPrompt="1"/>
          </p:nvPr>
        </p:nvSpPr>
        <p:spPr>
          <a:xfrm>
            <a:off x="2400954" y="3522459"/>
            <a:ext cx="3309936" cy="396547"/>
          </a:xfrm>
          <a:prstGeom prst="rect">
            <a:avLst/>
          </a:prstGeom>
        </p:spPr>
        <p:txBody>
          <a:bodyPr/>
          <a:lstStyle>
            <a:lvl1pPr marL="0" indent="0">
              <a:buNone/>
              <a:defRPr sz="14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48" name="Espace réservé du texte 14">
            <a:extLst>
              <a:ext uri="{FF2B5EF4-FFF2-40B4-BE49-F238E27FC236}">
                <a16:creationId xmlns:a16="http://schemas.microsoft.com/office/drawing/2014/main" id="{EC73DD9D-FA41-87F7-1233-0E091DD3FCBE}"/>
              </a:ext>
            </a:extLst>
          </p:cNvPr>
          <p:cNvSpPr>
            <a:spLocks noGrp="1"/>
          </p:cNvSpPr>
          <p:nvPr>
            <p:ph type="body" sz="quarter" idx="32" hasCustomPrompt="1"/>
          </p:nvPr>
        </p:nvSpPr>
        <p:spPr>
          <a:xfrm>
            <a:off x="6161386" y="3738298"/>
            <a:ext cx="1727416" cy="490890"/>
          </a:xfrm>
          <a:prstGeom prst="rect">
            <a:avLst/>
          </a:prstGeom>
        </p:spPr>
        <p:txBody>
          <a:bodyPr/>
          <a:lstStyle>
            <a:lvl1pPr marL="0" indent="0" algn="ctr">
              <a:buNone/>
              <a:defRPr sz="1750" b="1" i="0" baseline="0">
                <a:solidFill>
                  <a:schemeClr val="accent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Titre court</a:t>
            </a:r>
          </a:p>
        </p:txBody>
      </p:sp>
      <p:sp>
        <p:nvSpPr>
          <p:cNvPr id="49" name="Espace réservé du texte 14">
            <a:extLst>
              <a:ext uri="{FF2B5EF4-FFF2-40B4-BE49-F238E27FC236}">
                <a16:creationId xmlns:a16="http://schemas.microsoft.com/office/drawing/2014/main" id="{59861D83-D5F3-FC5B-9011-54A472B00D45}"/>
              </a:ext>
            </a:extLst>
          </p:cNvPr>
          <p:cNvSpPr>
            <a:spLocks noGrp="1"/>
          </p:cNvSpPr>
          <p:nvPr>
            <p:ph type="body" sz="quarter" idx="33" hasCustomPrompt="1"/>
          </p:nvPr>
        </p:nvSpPr>
        <p:spPr>
          <a:xfrm>
            <a:off x="8104525" y="3919005"/>
            <a:ext cx="3309936" cy="490890"/>
          </a:xfrm>
          <a:prstGeom prst="rect">
            <a:avLst/>
          </a:prstGeom>
        </p:spPr>
        <p:txBody>
          <a:bodyPr/>
          <a:lstStyle>
            <a:lvl1pPr marL="0" indent="0" algn="l">
              <a:buNone/>
              <a:defRPr sz="1050" baseline="0">
                <a:solidFill>
                  <a:schemeClr val="tx1">
                    <a:lumMod val="75000"/>
                    <a:lumOff val="2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marL="0" marR="0" lvl="0" indent="0" algn="l" defTabSz="412750" rtl="0" eaLnBrk="1" fontAlgn="auto" latinLnBrk="0" hangingPunct="1">
              <a:lnSpc>
                <a:spcPct val="150000"/>
              </a:lnSpc>
              <a:spcBef>
                <a:spcPts val="0"/>
              </a:spcBef>
              <a:spcAft>
                <a:spcPts val="0"/>
              </a:spcAft>
              <a:buClrTx/>
              <a:buSzPct val="125000"/>
              <a:buFontTx/>
              <a:buNone/>
              <a:tabLst/>
              <a:defRPr/>
            </a:pPr>
            <a:r>
              <a:rPr lang="fr-FR"/>
              <a:t>Cliquez pour ajouter du texte</a:t>
            </a:r>
          </a:p>
        </p:txBody>
      </p:sp>
      <p:sp>
        <p:nvSpPr>
          <p:cNvPr id="50" name="Espace réservé du texte 14">
            <a:extLst>
              <a:ext uri="{FF2B5EF4-FFF2-40B4-BE49-F238E27FC236}">
                <a16:creationId xmlns:a16="http://schemas.microsoft.com/office/drawing/2014/main" id="{BF2EC87F-D22B-61E0-CE38-7339C5A16AD3}"/>
              </a:ext>
            </a:extLst>
          </p:cNvPr>
          <p:cNvSpPr>
            <a:spLocks noGrp="1"/>
          </p:cNvSpPr>
          <p:nvPr>
            <p:ph type="body" sz="quarter" idx="34" hasCustomPrompt="1"/>
          </p:nvPr>
        </p:nvSpPr>
        <p:spPr>
          <a:xfrm>
            <a:off x="8104525" y="3522459"/>
            <a:ext cx="3309936" cy="396547"/>
          </a:xfrm>
          <a:prstGeom prst="rect">
            <a:avLst/>
          </a:prstGeom>
        </p:spPr>
        <p:txBody>
          <a:bodyPr/>
          <a:lstStyle>
            <a:lvl1pPr marL="0" indent="0">
              <a:buNone/>
              <a:defRPr sz="14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68" name="Espace réservé du texte 14">
            <a:extLst>
              <a:ext uri="{FF2B5EF4-FFF2-40B4-BE49-F238E27FC236}">
                <a16:creationId xmlns:a16="http://schemas.microsoft.com/office/drawing/2014/main" id="{805FC033-4CF5-490B-77B3-D1E9F89079AA}"/>
              </a:ext>
            </a:extLst>
          </p:cNvPr>
          <p:cNvSpPr>
            <a:spLocks noGrp="1"/>
          </p:cNvSpPr>
          <p:nvPr>
            <p:ph type="body" sz="quarter" idx="35" hasCustomPrompt="1"/>
          </p:nvPr>
        </p:nvSpPr>
        <p:spPr>
          <a:xfrm>
            <a:off x="457815" y="5166564"/>
            <a:ext cx="1727416" cy="490891"/>
          </a:xfrm>
          <a:prstGeom prst="rect">
            <a:avLst/>
          </a:prstGeom>
        </p:spPr>
        <p:txBody>
          <a:bodyPr/>
          <a:lstStyle>
            <a:lvl1pPr marL="0" indent="0" algn="ctr">
              <a:buNone/>
              <a:defRPr sz="1750" b="1" i="0" baseline="0">
                <a:solidFill>
                  <a:schemeClr val="accent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Titre court</a:t>
            </a:r>
          </a:p>
        </p:txBody>
      </p:sp>
      <p:sp>
        <p:nvSpPr>
          <p:cNvPr id="69" name="Espace réservé du texte 14">
            <a:extLst>
              <a:ext uri="{FF2B5EF4-FFF2-40B4-BE49-F238E27FC236}">
                <a16:creationId xmlns:a16="http://schemas.microsoft.com/office/drawing/2014/main" id="{6824CCA9-0D8B-4186-2770-198F33B60F3A}"/>
              </a:ext>
            </a:extLst>
          </p:cNvPr>
          <p:cNvSpPr>
            <a:spLocks noGrp="1"/>
          </p:cNvSpPr>
          <p:nvPr>
            <p:ph type="body" sz="quarter" idx="36" hasCustomPrompt="1"/>
          </p:nvPr>
        </p:nvSpPr>
        <p:spPr>
          <a:xfrm>
            <a:off x="2400954" y="5363773"/>
            <a:ext cx="3309936" cy="490890"/>
          </a:xfrm>
          <a:prstGeom prst="rect">
            <a:avLst/>
          </a:prstGeom>
        </p:spPr>
        <p:txBody>
          <a:bodyPr/>
          <a:lstStyle>
            <a:lvl1pPr marL="0" indent="0" algn="l">
              <a:buNone/>
              <a:defRPr sz="1050" baseline="0">
                <a:solidFill>
                  <a:schemeClr val="tx1">
                    <a:lumMod val="75000"/>
                    <a:lumOff val="2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marL="0" marR="0" lvl="0" indent="0" algn="l" defTabSz="412750" rtl="0" eaLnBrk="1" fontAlgn="auto" latinLnBrk="0" hangingPunct="1">
              <a:lnSpc>
                <a:spcPct val="150000"/>
              </a:lnSpc>
              <a:spcBef>
                <a:spcPts val="0"/>
              </a:spcBef>
              <a:spcAft>
                <a:spcPts val="0"/>
              </a:spcAft>
              <a:buClrTx/>
              <a:buSzPct val="125000"/>
              <a:buFontTx/>
              <a:buNone/>
              <a:tabLst/>
              <a:defRPr/>
            </a:pPr>
            <a:r>
              <a:rPr lang="fr-FR"/>
              <a:t>Cliquez pour ajouter du texte</a:t>
            </a:r>
          </a:p>
        </p:txBody>
      </p:sp>
      <p:sp>
        <p:nvSpPr>
          <p:cNvPr id="70" name="Espace réservé du texte 14">
            <a:extLst>
              <a:ext uri="{FF2B5EF4-FFF2-40B4-BE49-F238E27FC236}">
                <a16:creationId xmlns:a16="http://schemas.microsoft.com/office/drawing/2014/main" id="{1A154CCF-2E35-71CC-D2E4-9F41C8C2E3F3}"/>
              </a:ext>
            </a:extLst>
          </p:cNvPr>
          <p:cNvSpPr>
            <a:spLocks noGrp="1"/>
          </p:cNvSpPr>
          <p:nvPr>
            <p:ph type="body" sz="quarter" idx="37" hasCustomPrompt="1"/>
          </p:nvPr>
        </p:nvSpPr>
        <p:spPr>
          <a:xfrm>
            <a:off x="2400954" y="4967226"/>
            <a:ext cx="3309936" cy="396547"/>
          </a:xfrm>
          <a:prstGeom prst="rect">
            <a:avLst/>
          </a:prstGeom>
        </p:spPr>
        <p:txBody>
          <a:bodyPr/>
          <a:lstStyle>
            <a:lvl1pPr marL="0" indent="0">
              <a:buNone/>
              <a:defRPr sz="14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73" name="Espace réservé du texte 14">
            <a:extLst>
              <a:ext uri="{FF2B5EF4-FFF2-40B4-BE49-F238E27FC236}">
                <a16:creationId xmlns:a16="http://schemas.microsoft.com/office/drawing/2014/main" id="{B1271532-7A36-1AC0-FC3D-0ECCEE2F8887}"/>
              </a:ext>
            </a:extLst>
          </p:cNvPr>
          <p:cNvSpPr>
            <a:spLocks noGrp="1"/>
          </p:cNvSpPr>
          <p:nvPr>
            <p:ph type="body" sz="quarter" idx="38" hasCustomPrompt="1"/>
          </p:nvPr>
        </p:nvSpPr>
        <p:spPr>
          <a:xfrm>
            <a:off x="6161386" y="5165499"/>
            <a:ext cx="1727416" cy="490891"/>
          </a:xfrm>
          <a:prstGeom prst="rect">
            <a:avLst/>
          </a:prstGeom>
        </p:spPr>
        <p:txBody>
          <a:bodyPr/>
          <a:lstStyle>
            <a:lvl1pPr marL="0" indent="0" algn="ctr">
              <a:buNone/>
              <a:defRPr sz="1750" b="1" i="0" baseline="0">
                <a:solidFill>
                  <a:schemeClr val="accent6"/>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Titre court</a:t>
            </a:r>
          </a:p>
        </p:txBody>
      </p:sp>
      <p:sp>
        <p:nvSpPr>
          <p:cNvPr id="74" name="Espace réservé du texte 14">
            <a:extLst>
              <a:ext uri="{FF2B5EF4-FFF2-40B4-BE49-F238E27FC236}">
                <a16:creationId xmlns:a16="http://schemas.microsoft.com/office/drawing/2014/main" id="{75BA74CD-3222-1EBC-CDDD-C2AD6C68C05A}"/>
              </a:ext>
            </a:extLst>
          </p:cNvPr>
          <p:cNvSpPr>
            <a:spLocks noGrp="1"/>
          </p:cNvSpPr>
          <p:nvPr>
            <p:ph type="body" sz="quarter" idx="39" hasCustomPrompt="1"/>
          </p:nvPr>
        </p:nvSpPr>
        <p:spPr>
          <a:xfrm>
            <a:off x="8104525" y="5363773"/>
            <a:ext cx="3309936" cy="490890"/>
          </a:xfrm>
          <a:prstGeom prst="rect">
            <a:avLst/>
          </a:prstGeom>
        </p:spPr>
        <p:txBody>
          <a:bodyPr/>
          <a:lstStyle>
            <a:lvl1pPr marL="0" indent="0" algn="l">
              <a:buNone/>
              <a:defRPr sz="1050" baseline="0">
                <a:solidFill>
                  <a:schemeClr val="tx1">
                    <a:lumMod val="75000"/>
                    <a:lumOff val="2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marL="0" marR="0" lvl="0" indent="0" algn="l" defTabSz="412750" rtl="0" eaLnBrk="1" fontAlgn="auto" latinLnBrk="0" hangingPunct="1">
              <a:lnSpc>
                <a:spcPct val="150000"/>
              </a:lnSpc>
              <a:spcBef>
                <a:spcPts val="0"/>
              </a:spcBef>
              <a:spcAft>
                <a:spcPts val="0"/>
              </a:spcAft>
              <a:buClrTx/>
              <a:buSzPct val="125000"/>
              <a:buFontTx/>
              <a:buNone/>
              <a:tabLst/>
              <a:defRPr/>
            </a:pPr>
            <a:r>
              <a:rPr lang="fr-FR"/>
              <a:t>Cliquez pour ajouter du texte</a:t>
            </a:r>
          </a:p>
        </p:txBody>
      </p:sp>
      <p:sp>
        <p:nvSpPr>
          <p:cNvPr id="75" name="Espace réservé du texte 14">
            <a:extLst>
              <a:ext uri="{FF2B5EF4-FFF2-40B4-BE49-F238E27FC236}">
                <a16:creationId xmlns:a16="http://schemas.microsoft.com/office/drawing/2014/main" id="{B76B3A6B-1D48-C332-C6E4-E653969CFE04}"/>
              </a:ext>
            </a:extLst>
          </p:cNvPr>
          <p:cNvSpPr>
            <a:spLocks noGrp="1"/>
          </p:cNvSpPr>
          <p:nvPr>
            <p:ph type="body" sz="quarter" idx="40" hasCustomPrompt="1"/>
          </p:nvPr>
        </p:nvSpPr>
        <p:spPr>
          <a:xfrm>
            <a:off x="8104525" y="4967226"/>
            <a:ext cx="3309936" cy="396547"/>
          </a:xfrm>
          <a:prstGeom prst="rect">
            <a:avLst/>
          </a:prstGeom>
        </p:spPr>
        <p:txBody>
          <a:bodyPr/>
          <a:lstStyle>
            <a:lvl1pPr marL="0" indent="0">
              <a:buNone/>
              <a:defRPr sz="14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9" name="Espace réservé du texte 7">
            <a:extLst>
              <a:ext uri="{FF2B5EF4-FFF2-40B4-BE49-F238E27FC236}">
                <a16:creationId xmlns:a16="http://schemas.microsoft.com/office/drawing/2014/main" id="{BB29A0D1-C352-E8B0-139F-39C52D44EDBF}"/>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5" name="Titre 3">
            <a:extLst>
              <a:ext uri="{FF2B5EF4-FFF2-40B4-BE49-F238E27FC236}">
                <a16:creationId xmlns:a16="http://schemas.microsoft.com/office/drawing/2014/main" id="{DB597F69-45AB-BFC4-A5C9-EE6B3397B2D4}"/>
              </a:ext>
            </a:extLst>
          </p:cNvPr>
          <p:cNvSpPr>
            <a:spLocks noGrp="1"/>
          </p:cNvSpPr>
          <p:nvPr>
            <p:ph type="title"/>
          </p:nvPr>
        </p:nvSpPr>
        <p:spPr>
          <a:xfrm>
            <a:off x="561182" y="202559"/>
            <a:ext cx="7286454" cy="1059607"/>
          </a:xfrm>
        </p:spPr>
        <p:txBody>
          <a:bodyPr/>
          <a:lstStyle>
            <a:lvl1pPr>
              <a:defRPr>
                <a:solidFill>
                  <a:schemeClr val="tx1"/>
                </a:solidFill>
              </a:defRPr>
            </a:lvl1pPr>
          </a:lstStyle>
          <a:p>
            <a:r>
              <a:rPr lang="fr-FR"/>
              <a:t>Modifiez le style du titre</a:t>
            </a:r>
          </a:p>
        </p:txBody>
      </p:sp>
      <p:sp>
        <p:nvSpPr>
          <p:cNvPr id="10" name="Espace réservé du texte 14">
            <a:extLst>
              <a:ext uri="{FF2B5EF4-FFF2-40B4-BE49-F238E27FC236}">
                <a16:creationId xmlns:a16="http://schemas.microsoft.com/office/drawing/2014/main" id="{79AA8178-934D-D022-89A5-4C645E9633C8}"/>
              </a:ext>
            </a:extLst>
          </p:cNvPr>
          <p:cNvSpPr>
            <a:spLocks noGrp="1"/>
          </p:cNvSpPr>
          <p:nvPr>
            <p:ph type="body" sz="quarter" idx="12" hasCustomPrompt="1"/>
          </p:nvPr>
        </p:nvSpPr>
        <p:spPr>
          <a:xfrm>
            <a:off x="561182" y="1338044"/>
            <a:ext cx="7286454" cy="612111"/>
          </a:xfrm>
          <a:prstGeom prst="rect">
            <a:avLst/>
          </a:prstGeom>
        </p:spPr>
        <p:txBody>
          <a:bodyPr/>
          <a:lstStyle>
            <a:lvl1pPr marL="0" indent="0">
              <a:buNone/>
              <a:defRPr sz="1350" baseline="0">
                <a:solidFill>
                  <a:srgbClr val="101550"/>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un sous-titre</a:t>
            </a:r>
          </a:p>
        </p:txBody>
      </p:sp>
      <p:sp>
        <p:nvSpPr>
          <p:cNvPr id="4" name="Ellipse 3">
            <a:extLst>
              <a:ext uri="{FF2B5EF4-FFF2-40B4-BE49-F238E27FC236}">
                <a16:creationId xmlns:a16="http://schemas.microsoft.com/office/drawing/2014/main" id="{D98745CA-F608-D5DF-B75A-35592189451C}"/>
              </a:ext>
            </a:extLst>
          </p:cNvPr>
          <p:cNvSpPr/>
          <p:nvPr userDrawn="1"/>
        </p:nvSpPr>
        <p:spPr>
          <a:xfrm>
            <a:off x="9624775" y="642596"/>
            <a:ext cx="1148105" cy="1148104"/>
          </a:xfrm>
          <a:prstGeom prst="ellipse">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fr-FR" sz="1600" b="0" i="0" u="none" strike="noStrike" cap="none" spc="0" normalizeH="0" baseline="0">
              <a:ln>
                <a:noFill/>
              </a:ln>
              <a:solidFill>
                <a:srgbClr val="FFFFFF"/>
              </a:solidFill>
              <a:effectLst/>
              <a:uFillTx/>
              <a:latin typeface="Poppins Bold"/>
              <a:ea typeface="Poppins Bold"/>
              <a:cs typeface="Poppins Bold"/>
              <a:sym typeface="Poppins Bold"/>
            </a:endParaRPr>
          </a:p>
        </p:txBody>
      </p:sp>
    </p:spTree>
    <p:extLst>
      <p:ext uri="{BB962C8B-B14F-4D97-AF65-F5344CB8AC3E}">
        <p14:creationId xmlns:p14="http://schemas.microsoft.com/office/powerpoint/2010/main" val="1763871526"/>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Sommaire icone">
    <p:spTree>
      <p:nvGrpSpPr>
        <p:cNvPr id="1" name=""/>
        <p:cNvGrpSpPr/>
        <p:nvPr/>
      </p:nvGrpSpPr>
      <p:grpSpPr>
        <a:xfrm>
          <a:off x="0" y="0"/>
          <a:ext cx="0" cy="0"/>
          <a:chOff x="0" y="0"/>
          <a:chExt cx="0" cy="0"/>
        </a:xfrm>
      </p:grpSpPr>
      <p:sp>
        <p:nvSpPr>
          <p:cNvPr id="13" name="Titre 10">
            <a:extLst>
              <a:ext uri="{FF2B5EF4-FFF2-40B4-BE49-F238E27FC236}">
                <a16:creationId xmlns:a16="http://schemas.microsoft.com/office/drawing/2014/main" id="{24AD3363-DF62-5816-509F-00422169DF3C}"/>
              </a:ext>
            </a:extLst>
          </p:cNvPr>
          <p:cNvSpPr>
            <a:spLocks noGrp="1"/>
          </p:cNvSpPr>
          <p:nvPr>
            <p:ph type="title" hasCustomPrompt="1"/>
          </p:nvPr>
        </p:nvSpPr>
        <p:spPr>
          <a:xfrm>
            <a:off x="4175185" y="2370786"/>
            <a:ext cx="5141344" cy="738188"/>
          </a:xfrm>
          <a:prstGeom prst="rect">
            <a:avLst/>
          </a:prstGeom>
        </p:spPr>
        <p:txBody>
          <a:bodyPr/>
          <a:lstStyle>
            <a:lvl1pPr algn="l">
              <a:defRPr sz="3250" b="1" i="0" baseline="0">
                <a:solidFill>
                  <a:schemeClr val="tx1"/>
                </a:solidFill>
                <a:latin typeface="Open Sans ExtraBold" panose="020B0606030504020204" pitchFamily="34" charset="0"/>
              </a:defRPr>
            </a:lvl1pPr>
          </a:lstStyle>
          <a:p>
            <a:r>
              <a:rPr lang="fr-FR"/>
              <a:t>Ajouter un titre court</a:t>
            </a:r>
          </a:p>
        </p:txBody>
      </p:sp>
      <p:sp>
        <p:nvSpPr>
          <p:cNvPr id="15" name="Espace réservé du texte 14">
            <a:extLst>
              <a:ext uri="{FF2B5EF4-FFF2-40B4-BE49-F238E27FC236}">
                <a16:creationId xmlns:a16="http://schemas.microsoft.com/office/drawing/2014/main" id="{526B2CC3-7100-FAF9-79F4-EA4820813F22}"/>
              </a:ext>
            </a:extLst>
          </p:cNvPr>
          <p:cNvSpPr>
            <a:spLocks noGrp="1"/>
          </p:cNvSpPr>
          <p:nvPr>
            <p:ph type="body" sz="quarter" idx="23" hasCustomPrompt="1"/>
          </p:nvPr>
        </p:nvSpPr>
        <p:spPr>
          <a:xfrm>
            <a:off x="635401" y="2972265"/>
            <a:ext cx="1778001" cy="738188"/>
          </a:xfrm>
          <a:prstGeom prst="rect">
            <a:avLst/>
          </a:prstGeom>
        </p:spPr>
        <p:txBody>
          <a:bodyPr/>
          <a:lstStyle>
            <a:lvl1pPr marL="0" indent="0" algn="ctr">
              <a:buNone/>
              <a:defRPr sz="3500" b="1" i="0" baseline="0">
                <a:solidFill>
                  <a:srgbClr val="2029A0"/>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t>
            </a:r>
          </a:p>
        </p:txBody>
      </p:sp>
      <p:sp>
        <p:nvSpPr>
          <p:cNvPr id="3" name="Circle">
            <a:extLst>
              <a:ext uri="{FF2B5EF4-FFF2-40B4-BE49-F238E27FC236}">
                <a16:creationId xmlns:a16="http://schemas.microsoft.com/office/drawing/2014/main" id="{FC224564-F5BA-108E-CB47-631287386EAE}"/>
              </a:ext>
            </a:extLst>
          </p:cNvPr>
          <p:cNvSpPr/>
          <p:nvPr userDrawn="1"/>
        </p:nvSpPr>
        <p:spPr>
          <a:xfrm>
            <a:off x="635401" y="2540000"/>
            <a:ext cx="1778001" cy="1778000"/>
          </a:xfrm>
          <a:prstGeom prst="ellipse">
            <a:avLst/>
          </a:prstGeom>
          <a:ln w="19050">
            <a:solidFill>
              <a:schemeClr val="accent4"/>
            </a:solidFill>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a:solidFill>
                  <a:srgbClr val="FFFFFF"/>
                </a:solidFill>
                <a:latin typeface="Poppins Regular"/>
                <a:ea typeface="Poppins Regular"/>
                <a:cs typeface="Poppins Regular"/>
                <a:sym typeface="Poppins Regular"/>
              </a:defRPr>
            </a:pPr>
            <a:endParaRPr kumimoji="0" sz="1600" b="0" i="0" u="none" strike="noStrike" kern="0" cap="none" spc="0" normalizeH="0" baseline="0" noProof="0">
              <a:ln>
                <a:noFill/>
              </a:ln>
              <a:solidFill>
                <a:srgbClr val="FFFFFF"/>
              </a:solidFill>
              <a:effectLst/>
              <a:uLnTx/>
              <a:uFillTx/>
              <a:latin typeface="Poppins Regular"/>
              <a:cs typeface="Poppins Regular"/>
              <a:sym typeface="Poppins Regular"/>
            </a:endParaRPr>
          </a:p>
        </p:txBody>
      </p:sp>
      <p:sp>
        <p:nvSpPr>
          <p:cNvPr id="5" name="Line">
            <a:extLst>
              <a:ext uri="{FF2B5EF4-FFF2-40B4-BE49-F238E27FC236}">
                <a16:creationId xmlns:a16="http://schemas.microsoft.com/office/drawing/2014/main" id="{BC95D432-6CE0-6F48-B190-D8ABC73AEA8D}"/>
              </a:ext>
            </a:extLst>
          </p:cNvPr>
          <p:cNvSpPr/>
          <p:nvPr userDrawn="1"/>
        </p:nvSpPr>
        <p:spPr>
          <a:xfrm>
            <a:off x="1527175" y="4318001"/>
            <a:ext cx="0" cy="1908969"/>
          </a:xfrm>
          <a:prstGeom prst="line">
            <a:avLst/>
          </a:prstGeom>
          <a:ln w="19050">
            <a:solidFill>
              <a:schemeClr val="accent6"/>
            </a:solidFill>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8" name="Espace réservé du texte 14">
            <a:extLst>
              <a:ext uri="{FF2B5EF4-FFF2-40B4-BE49-F238E27FC236}">
                <a16:creationId xmlns:a16="http://schemas.microsoft.com/office/drawing/2014/main" id="{2DB738FA-1260-AE2B-279B-AE6F3D264B77}"/>
              </a:ext>
            </a:extLst>
          </p:cNvPr>
          <p:cNvSpPr>
            <a:spLocks noGrp="1"/>
          </p:cNvSpPr>
          <p:nvPr>
            <p:ph type="body" sz="quarter" idx="24" hasCustomPrompt="1"/>
          </p:nvPr>
        </p:nvSpPr>
        <p:spPr>
          <a:xfrm>
            <a:off x="4175185" y="3429000"/>
            <a:ext cx="6400799" cy="2050760"/>
          </a:xfrm>
          <a:prstGeom prst="rect">
            <a:avLst/>
          </a:prstGeom>
        </p:spPr>
        <p:txBody>
          <a:bodyPr/>
          <a:lstStyle>
            <a:lvl1pPr marL="0" indent="0" algn="l">
              <a:buNone/>
              <a:defRPr sz="1250" baseline="0">
                <a:solidFill>
                  <a:schemeClr val="tx1">
                    <a:lumMod val="75000"/>
                    <a:lumOff val="25000"/>
                  </a:schemeClr>
                </a:solidFill>
                <a:latin typeface="Open Sans Light"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Cliquez pour ajouter du texte</a:t>
            </a:r>
          </a:p>
        </p:txBody>
      </p:sp>
      <p:sp>
        <p:nvSpPr>
          <p:cNvPr id="9" name="Espace réservé du texte 14">
            <a:extLst>
              <a:ext uri="{FF2B5EF4-FFF2-40B4-BE49-F238E27FC236}">
                <a16:creationId xmlns:a16="http://schemas.microsoft.com/office/drawing/2014/main" id="{28C33726-9F67-9C8C-C699-10DAE1AAB24F}"/>
              </a:ext>
            </a:extLst>
          </p:cNvPr>
          <p:cNvSpPr>
            <a:spLocks noGrp="1"/>
          </p:cNvSpPr>
          <p:nvPr>
            <p:ph type="body" sz="quarter" idx="25" hasCustomPrompt="1"/>
          </p:nvPr>
        </p:nvSpPr>
        <p:spPr>
          <a:xfrm>
            <a:off x="4175185" y="596000"/>
            <a:ext cx="3187472" cy="396547"/>
          </a:xfrm>
          <a:prstGeom prst="rect">
            <a:avLst/>
          </a:prstGeom>
        </p:spPr>
        <p:txBody>
          <a:bodyPr/>
          <a:lstStyle>
            <a:lvl1pPr marL="0" indent="0" algn="l">
              <a:buNone/>
              <a:defRPr sz="1500" b="1" i="0" baseline="0">
                <a:solidFill>
                  <a:schemeClr val="tx1"/>
                </a:solidFill>
                <a:latin typeface="Open Sans ExtraBold" panose="020B0606030504020204" pitchFamily="34" charset="0"/>
              </a:defRPr>
            </a:lvl1pPr>
            <a:lvl2pPr>
              <a:defRPr sz="1350" baseline="0">
                <a:solidFill>
                  <a:srgbClr val="F6F6F6"/>
                </a:solidFill>
                <a:latin typeface="Open Sans Light" panose="020B0606030504020204" pitchFamily="34" charset="0"/>
              </a:defRPr>
            </a:lvl2pPr>
            <a:lvl3pPr>
              <a:defRPr sz="1350" baseline="0">
                <a:solidFill>
                  <a:srgbClr val="F6F6F6"/>
                </a:solidFill>
                <a:latin typeface="Open Sans Light" panose="020B0606030504020204" pitchFamily="34" charset="0"/>
              </a:defRPr>
            </a:lvl3pPr>
            <a:lvl4pPr>
              <a:defRPr sz="1350" baseline="0">
                <a:solidFill>
                  <a:srgbClr val="F6F6F6"/>
                </a:solidFill>
                <a:latin typeface="Open Sans Light" panose="020B0606030504020204" pitchFamily="34" charset="0"/>
              </a:defRPr>
            </a:lvl4pPr>
            <a:lvl5pPr>
              <a:defRPr sz="1350" baseline="0">
                <a:solidFill>
                  <a:srgbClr val="F6F6F6"/>
                </a:solidFill>
                <a:latin typeface="Open Sans Light" panose="020B0606030504020204" pitchFamily="34" charset="0"/>
              </a:defRPr>
            </a:lvl5pPr>
          </a:lstStyle>
          <a:p>
            <a:pPr lvl="0"/>
            <a:r>
              <a:rPr lang="fr-FR"/>
              <a:t>Ajouter un Titre</a:t>
            </a:r>
          </a:p>
        </p:txBody>
      </p:sp>
      <p:sp>
        <p:nvSpPr>
          <p:cNvPr id="10" name="Espace réservé du texte 7">
            <a:extLst>
              <a:ext uri="{FF2B5EF4-FFF2-40B4-BE49-F238E27FC236}">
                <a16:creationId xmlns:a16="http://schemas.microsoft.com/office/drawing/2014/main" id="{82DC229D-90B1-D785-D5D3-15A53779183E}"/>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Tree>
    <p:extLst>
      <p:ext uri="{BB962C8B-B14F-4D97-AF65-F5344CB8AC3E}">
        <p14:creationId xmlns:p14="http://schemas.microsoft.com/office/powerpoint/2010/main" val="3411414759"/>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Slide Simple barre et image">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72A82BC0-10BB-A8F7-F67E-C191CAFA3883}"/>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
        <p:nvSpPr>
          <p:cNvPr id="2" name="Titre 3">
            <a:extLst>
              <a:ext uri="{FF2B5EF4-FFF2-40B4-BE49-F238E27FC236}">
                <a16:creationId xmlns:a16="http://schemas.microsoft.com/office/drawing/2014/main" id="{E8987C04-234F-C4FF-D403-D4EA7DF97C4C}"/>
              </a:ext>
            </a:extLst>
          </p:cNvPr>
          <p:cNvSpPr>
            <a:spLocks noGrp="1"/>
          </p:cNvSpPr>
          <p:nvPr>
            <p:ph type="title"/>
          </p:nvPr>
        </p:nvSpPr>
        <p:spPr>
          <a:xfrm>
            <a:off x="561182" y="202559"/>
            <a:ext cx="10798406" cy="1059607"/>
          </a:xfrm>
        </p:spPr>
        <p:txBody>
          <a:bodyPr/>
          <a:lstStyle>
            <a:lvl1pPr>
              <a:defRPr>
                <a:solidFill>
                  <a:schemeClr val="tx1"/>
                </a:solidFill>
              </a:defRPr>
            </a:lvl1pPr>
          </a:lstStyle>
          <a:p>
            <a:r>
              <a:rPr lang="fr-FR"/>
              <a:t>Modifiez le style du titre</a:t>
            </a:r>
          </a:p>
        </p:txBody>
      </p:sp>
      <p:sp>
        <p:nvSpPr>
          <p:cNvPr id="6" name="Espace réservé du texte 8">
            <a:extLst>
              <a:ext uri="{FF2B5EF4-FFF2-40B4-BE49-F238E27FC236}">
                <a16:creationId xmlns:a16="http://schemas.microsoft.com/office/drawing/2014/main" id="{234744C5-D478-6AC0-F336-5A75B1682BBE}"/>
              </a:ext>
            </a:extLst>
          </p:cNvPr>
          <p:cNvSpPr>
            <a:spLocks noGrp="1"/>
          </p:cNvSpPr>
          <p:nvPr>
            <p:ph type="body" sz="quarter" idx="10"/>
          </p:nvPr>
        </p:nvSpPr>
        <p:spPr>
          <a:xfrm>
            <a:off x="566969" y="2134151"/>
            <a:ext cx="10792619" cy="409281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93208998"/>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lide Simple barre et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547151B-8D5E-6AD6-ED66-34A46CA8DA42}"/>
              </a:ext>
            </a:extLst>
          </p:cNvPr>
          <p:cNvSpPr>
            <a:spLocks noGrp="1"/>
          </p:cNvSpPr>
          <p:nvPr>
            <p:ph type="pic" sz="quarter" idx="14"/>
          </p:nvPr>
        </p:nvSpPr>
        <p:spPr>
          <a:xfrm>
            <a:off x="2306921" y="732395"/>
            <a:ext cx="7578130" cy="4905842"/>
          </a:xfrm>
          <a:custGeom>
            <a:avLst/>
            <a:gdLst>
              <a:gd name="connsiteX0" fmla="*/ 4245380 w 5924550"/>
              <a:gd name="connsiteY0" fmla="*/ 0 h 3835454"/>
              <a:gd name="connsiteX1" fmla="*/ 4777670 w 5924550"/>
              <a:gd name="connsiteY1" fmla="*/ 0 h 3835454"/>
              <a:gd name="connsiteX2" fmla="*/ 4836070 w 5924550"/>
              <a:gd name="connsiteY2" fmla="*/ 16 h 3835454"/>
              <a:gd name="connsiteX3" fmla="*/ 5538084 w 5924550"/>
              <a:gd name="connsiteY3" fmla="*/ 888 h 3835454"/>
              <a:gd name="connsiteX4" fmla="*/ 5876002 w 5924550"/>
              <a:gd name="connsiteY4" fmla="*/ 1953 h 3835454"/>
              <a:gd name="connsiteX5" fmla="*/ 5888346 w 5924550"/>
              <a:gd name="connsiteY5" fmla="*/ 7991 h 3835454"/>
              <a:gd name="connsiteX6" fmla="*/ 5921808 w 5924550"/>
              <a:gd name="connsiteY6" fmla="*/ 59488 h 3835454"/>
              <a:gd name="connsiteX7" fmla="*/ 5923728 w 5924550"/>
              <a:gd name="connsiteY7" fmla="*/ 1955107 h 3835454"/>
              <a:gd name="connsiteX8" fmla="*/ 5924550 w 5924550"/>
              <a:gd name="connsiteY8" fmla="*/ 3835454 h 3835454"/>
              <a:gd name="connsiteX9" fmla="*/ 0 w 5924550"/>
              <a:gd name="connsiteY9" fmla="*/ 3835454 h 3835454"/>
              <a:gd name="connsiteX10" fmla="*/ 823 w 5924550"/>
              <a:gd name="connsiteY10" fmla="*/ 1955107 h 3835454"/>
              <a:gd name="connsiteX11" fmla="*/ 2743 w 5924550"/>
              <a:gd name="connsiteY11" fmla="*/ 59488 h 3835454"/>
              <a:gd name="connsiteX12" fmla="*/ 44434 w 5924550"/>
              <a:gd name="connsiteY12" fmla="*/ 4439 h 3835454"/>
              <a:gd name="connsiteX13" fmla="*/ 88594 w 5924550"/>
              <a:gd name="connsiteY13" fmla="*/ 1243 h 3835454"/>
              <a:gd name="connsiteX14" fmla="*/ 1379104 w 5924550"/>
              <a:gd name="connsiteY14" fmla="*/ 355 h 3835454"/>
              <a:gd name="connsiteX15" fmla="*/ 2636974 w 5924550"/>
              <a:gd name="connsiteY15" fmla="*/ 2486 h 3835454"/>
              <a:gd name="connsiteX16" fmla="*/ 2645476 w 5924550"/>
              <a:gd name="connsiteY16" fmla="*/ 53273 h 3835454"/>
              <a:gd name="connsiteX17" fmla="*/ 2648768 w 5924550"/>
              <a:gd name="connsiteY17" fmla="*/ 99265 h 3835454"/>
              <a:gd name="connsiteX18" fmla="*/ 2963098 w 5924550"/>
              <a:gd name="connsiteY18" fmla="*/ 107611 h 3835454"/>
              <a:gd name="connsiteX19" fmla="*/ 3271394 w 5924550"/>
              <a:gd name="connsiteY19" fmla="*/ 104770 h 3835454"/>
              <a:gd name="connsiteX20" fmla="*/ 3281818 w 5924550"/>
              <a:gd name="connsiteY20" fmla="*/ 51142 h 3835454"/>
              <a:gd name="connsiteX21" fmla="*/ 3282914 w 5924550"/>
              <a:gd name="connsiteY21" fmla="*/ 8346 h 3835454"/>
              <a:gd name="connsiteX22" fmla="*/ 3285382 w 5924550"/>
              <a:gd name="connsiteY22" fmla="*/ 2486 h 3835454"/>
              <a:gd name="connsiteX23" fmla="*/ 3290868 w 5924550"/>
              <a:gd name="connsiteY23" fmla="*/ 355 h 3835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924550" h="3835454">
                <a:moveTo>
                  <a:pt x="4245380" y="0"/>
                </a:moveTo>
                <a:lnTo>
                  <a:pt x="4777670" y="0"/>
                </a:lnTo>
                <a:lnTo>
                  <a:pt x="4836070" y="16"/>
                </a:lnTo>
                <a:cubicBezTo>
                  <a:pt x="5151020" y="139"/>
                  <a:pt x="5421856" y="444"/>
                  <a:pt x="5538084" y="888"/>
                </a:cubicBezTo>
                <a:lnTo>
                  <a:pt x="5876002" y="1953"/>
                </a:lnTo>
                <a:lnTo>
                  <a:pt x="5888346" y="7991"/>
                </a:lnTo>
                <a:cubicBezTo>
                  <a:pt x="5909740" y="18468"/>
                  <a:pt x="5919340" y="33562"/>
                  <a:pt x="5921808" y="59488"/>
                </a:cubicBezTo>
                <a:cubicBezTo>
                  <a:pt x="5922630" y="68189"/>
                  <a:pt x="5923180" y="846858"/>
                  <a:pt x="5923728" y="1955107"/>
                </a:cubicBezTo>
                <a:lnTo>
                  <a:pt x="5924550" y="3835454"/>
                </a:lnTo>
                <a:lnTo>
                  <a:pt x="0" y="3835454"/>
                </a:lnTo>
                <a:lnTo>
                  <a:pt x="823" y="1955107"/>
                </a:lnTo>
                <a:cubicBezTo>
                  <a:pt x="1371" y="855204"/>
                  <a:pt x="1920" y="68189"/>
                  <a:pt x="2743" y="59488"/>
                </a:cubicBezTo>
                <a:cubicBezTo>
                  <a:pt x="5486" y="30543"/>
                  <a:pt x="18651" y="12963"/>
                  <a:pt x="44434" y="4439"/>
                </a:cubicBezTo>
                <a:cubicBezTo>
                  <a:pt x="50194" y="2486"/>
                  <a:pt x="59794" y="1953"/>
                  <a:pt x="88594" y="1243"/>
                </a:cubicBezTo>
                <a:cubicBezTo>
                  <a:pt x="108891" y="710"/>
                  <a:pt x="689552" y="355"/>
                  <a:pt x="1379104" y="355"/>
                </a:cubicBezTo>
                <a:cubicBezTo>
                  <a:pt x="2433454" y="533"/>
                  <a:pt x="2633682" y="710"/>
                  <a:pt x="2636974" y="2486"/>
                </a:cubicBezTo>
                <a:cubicBezTo>
                  <a:pt x="2643830" y="6038"/>
                  <a:pt x="2644654" y="8879"/>
                  <a:pt x="2645476" y="53273"/>
                </a:cubicBezTo>
                <a:cubicBezTo>
                  <a:pt x="2646300" y="87545"/>
                  <a:pt x="2646848" y="95536"/>
                  <a:pt x="2648768" y="99265"/>
                </a:cubicBezTo>
                <a:cubicBezTo>
                  <a:pt x="2653706" y="108499"/>
                  <a:pt x="2629294" y="107611"/>
                  <a:pt x="2963098" y="107611"/>
                </a:cubicBezTo>
                <a:cubicBezTo>
                  <a:pt x="3258502" y="107611"/>
                  <a:pt x="3267006" y="107433"/>
                  <a:pt x="3271394" y="104770"/>
                </a:cubicBezTo>
                <a:cubicBezTo>
                  <a:pt x="3280446" y="99265"/>
                  <a:pt x="3280720" y="98199"/>
                  <a:pt x="3281818" y="51142"/>
                </a:cubicBezTo>
                <a:lnTo>
                  <a:pt x="3282914" y="8346"/>
                </a:lnTo>
                <a:cubicBezTo>
                  <a:pt x="3283188" y="5683"/>
                  <a:pt x="3283738" y="3729"/>
                  <a:pt x="3285382" y="2486"/>
                </a:cubicBezTo>
                <a:cubicBezTo>
                  <a:pt x="3286754" y="1066"/>
                  <a:pt x="3288674" y="355"/>
                  <a:pt x="3290868" y="355"/>
                </a:cubicBezTo>
                <a:close/>
              </a:path>
            </a:pathLst>
          </a:custGeom>
        </p:spPr>
        <p:txBody>
          <a:bodyPr wrap="square">
            <a:noAutofit/>
          </a:bodyPr>
          <a:lstStyle>
            <a:lvl1pPr>
              <a:defRPr b="0" i="0">
                <a:noFill/>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UA"/>
          </a:p>
        </p:txBody>
      </p:sp>
      <p:sp>
        <p:nvSpPr>
          <p:cNvPr id="8" name="Espace réservé du texte 7">
            <a:extLst>
              <a:ext uri="{FF2B5EF4-FFF2-40B4-BE49-F238E27FC236}">
                <a16:creationId xmlns:a16="http://schemas.microsoft.com/office/drawing/2014/main" id="{71533FE6-2D0E-0507-1528-94E7A03A282F}"/>
              </a:ext>
            </a:extLst>
          </p:cNvPr>
          <p:cNvSpPr txBox="1">
            <a:spLocks/>
          </p:cNvSpPr>
          <p:nvPr userDrawn="1"/>
        </p:nvSpPr>
        <p:spPr>
          <a:xfrm>
            <a:off x="440756" y="6354143"/>
            <a:ext cx="515270" cy="400277"/>
          </a:xfrm>
          <a:prstGeom prst="rect">
            <a:avLst/>
          </a:prstGeom>
        </p:spPr>
        <p:txBody>
          <a:bodyPr/>
          <a:lstStyle>
            <a:lvl1pPr marL="0" marR="0" indent="0" algn="l" defTabSz="825500" rtl="0" latinLnBrk="0">
              <a:lnSpc>
                <a:spcPct val="150000"/>
              </a:lnSpc>
              <a:spcBef>
                <a:spcPts val="0"/>
              </a:spcBef>
              <a:spcAft>
                <a:spcPts val="0"/>
              </a:spcAft>
              <a:buClrTx/>
              <a:buSzPct val="125000"/>
              <a:buFontTx/>
              <a:buNone/>
              <a:tabLst/>
              <a:defRPr sz="2400" b="0" i="0" u="none" strike="noStrike" cap="none" spc="0" baseline="0">
                <a:solidFill>
                  <a:schemeClr val="bg1"/>
                </a:solidFill>
                <a:uFillTx/>
                <a:latin typeface="Poppins Light"/>
                <a:ea typeface="Poppins Light"/>
                <a:cs typeface="Poppins Light"/>
                <a:sym typeface="Poppins Light"/>
              </a:defRPr>
            </a:lvl1pPr>
            <a:lvl2pPr marL="95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2pPr>
            <a:lvl3pPr marL="158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3pPr>
            <a:lvl4pPr marL="222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4pPr>
            <a:lvl5pPr marL="285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5pPr>
            <a:lvl6pPr marL="349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6pPr>
            <a:lvl7pPr marL="412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7pPr>
            <a:lvl8pPr marL="4762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8pPr>
            <a:lvl9pPr marL="5397500" marR="0" indent="-317500" algn="l" defTabSz="825500" rtl="0" latinLnBrk="0">
              <a:lnSpc>
                <a:spcPct val="150000"/>
              </a:lnSpc>
              <a:spcBef>
                <a:spcPts val="0"/>
              </a:spcBef>
              <a:spcAft>
                <a:spcPts val="0"/>
              </a:spcAft>
              <a:buClrTx/>
              <a:buSzPct val="125000"/>
              <a:buFontTx/>
              <a:buChar char="•"/>
              <a:tabLst/>
              <a:defRPr sz="2400" b="0" i="0" u="none" strike="noStrike" cap="none" spc="0" baseline="0">
                <a:solidFill>
                  <a:srgbClr val="0D0D0D"/>
                </a:solidFill>
                <a:uFillTx/>
                <a:latin typeface="Poppins Light"/>
                <a:ea typeface="Poppins Light"/>
                <a:cs typeface="Poppins Light"/>
                <a:sym typeface="Poppins Light"/>
              </a:defRPr>
            </a:lvl9pPr>
          </a:lstStyle>
          <a:p>
            <a:pPr hangingPunct="1"/>
            <a:fld id="{00000000-1234-1234-1234-123412341234}" type="slidenum">
              <a:rPr lang="fr-FR" sz="1200" smtClean="0"/>
              <a:pPr hangingPunct="1"/>
              <a:t>‹N°›</a:t>
            </a:fld>
            <a:endParaRPr lang="fr-FR" sz="1200"/>
          </a:p>
        </p:txBody>
      </p:sp>
    </p:spTree>
    <p:extLst>
      <p:ext uri="{BB962C8B-B14F-4D97-AF65-F5344CB8AC3E}">
        <p14:creationId xmlns:p14="http://schemas.microsoft.com/office/powerpoint/2010/main" val="519799354"/>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D17CAE-BEE7-82D0-AA60-65F730168A2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D10E4F9-815E-684F-557D-D17BE746B79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5C070B4-CEEA-BA57-314B-7FC6A3671E81}"/>
              </a:ext>
            </a:extLst>
          </p:cNvPr>
          <p:cNvSpPr>
            <a:spLocks noGrp="1"/>
          </p:cNvSpPr>
          <p:nvPr>
            <p:ph type="dt" sz="half" idx="10"/>
          </p:nvPr>
        </p:nvSpPr>
        <p:spPr/>
        <p:txBody>
          <a:bodyPr/>
          <a:lstStyle/>
          <a:p>
            <a:fld id="{F276EA7E-0048-9942-A7C4-626EE8D8A070}" type="datetimeFigureOut">
              <a:rPr lang="fr-FR" smtClean="0"/>
              <a:t>09/04/2026</a:t>
            </a:fld>
            <a:endParaRPr lang="fr-FR"/>
          </a:p>
        </p:txBody>
      </p:sp>
      <p:sp>
        <p:nvSpPr>
          <p:cNvPr id="5" name="Espace réservé du pied de page 4">
            <a:extLst>
              <a:ext uri="{FF2B5EF4-FFF2-40B4-BE49-F238E27FC236}">
                <a16:creationId xmlns:a16="http://schemas.microsoft.com/office/drawing/2014/main" id="{089A48DD-3EE7-825A-CAA6-6CA5EEE993F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F2E06DD-4842-007C-CAA3-C20C185E90CD}"/>
              </a:ext>
            </a:extLst>
          </p:cNvPr>
          <p:cNvSpPr>
            <a:spLocks noGrp="1"/>
          </p:cNvSpPr>
          <p:nvPr>
            <p:ph type="sldNum" sz="quarter" idx="12"/>
          </p:nvPr>
        </p:nvSpPr>
        <p:spPr/>
        <p:txBody>
          <a:bodyPr/>
          <a:lstStyle/>
          <a:p>
            <a:fld id="{1EB8BFBE-FFCC-3346-BF2B-FFEE89D54228}" type="slidenum">
              <a:rPr lang="fr-FR" smtClean="0"/>
              <a:t>‹N°›</a:t>
            </a:fld>
            <a:endParaRPr lang="fr-FR"/>
          </a:p>
        </p:txBody>
      </p:sp>
    </p:spTree>
    <p:extLst>
      <p:ext uri="{BB962C8B-B14F-4D97-AF65-F5344CB8AC3E}">
        <p14:creationId xmlns:p14="http://schemas.microsoft.com/office/powerpoint/2010/main" val="1605003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spTree>
      <p:nvGrpSpPr>
        <p:cNvPr id="1" name="Shape 11"/>
        <p:cNvGrpSpPr/>
        <p:nvPr/>
      </p:nvGrpSpPr>
      <p:grpSpPr>
        <a:xfrm>
          <a:off x="0" y="0"/>
          <a:ext cx="0" cy="0"/>
          <a:chOff x="0" y="0"/>
          <a:chExt cx="0" cy="0"/>
        </a:xfrm>
      </p:grpSpPr>
      <p:sp>
        <p:nvSpPr>
          <p:cNvPr id="2" name="Espace réservé de la date 3">
            <a:extLst>
              <a:ext uri="{FF2B5EF4-FFF2-40B4-BE49-F238E27FC236}">
                <a16:creationId xmlns:a16="http://schemas.microsoft.com/office/drawing/2014/main" id="{16671FB2-9D4F-4238-89A4-5C79A38DE313}"/>
              </a:ext>
            </a:extLst>
          </p:cNvPr>
          <p:cNvSpPr>
            <a:spLocks noGrp="1"/>
          </p:cNvSpPr>
          <p:nvPr>
            <p:ph type="dt" sz="half" idx="2"/>
          </p:nvPr>
        </p:nvSpPr>
        <p:spPr>
          <a:xfrm>
            <a:off x="9149280" y="6394080"/>
            <a:ext cx="973347" cy="365125"/>
          </a:xfrm>
          <a:prstGeom prst="rect">
            <a:avLst/>
          </a:prstGeom>
        </p:spPr>
        <p:txBody>
          <a:bodyPr vert="horz" lIns="91440" tIns="45720" rIns="91440" bIns="45720" rtlCol="0" anchor="ctr"/>
          <a:lstStyle>
            <a:lvl1pPr algn="l">
              <a:defRPr sz="1200" b="0">
                <a:solidFill>
                  <a:schemeClr val="tx1"/>
                </a:solidFill>
              </a:defRPr>
            </a:lvl1pPr>
          </a:lstStyle>
          <a:p>
            <a:fld id="{1E8E436A-2F09-4636-97E3-7790D1BF92AF}" type="datetime1">
              <a:rPr lang="fr-FR" smtClean="0"/>
              <a:t>09/04/2026</a:t>
            </a:fld>
            <a:endParaRPr lang="fr-FR"/>
          </a:p>
        </p:txBody>
      </p:sp>
      <p:sp>
        <p:nvSpPr>
          <p:cNvPr id="3" name="Espace réservé du numéro de diapositive 5">
            <a:extLst>
              <a:ext uri="{FF2B5EF4-FFF2-40B4-BE49-F238E27FC236}">
                <a16:creationId xmlns:a16="http://schemas.microsoft.com/office/drawing/2014/main" id="{B568D087-3A2C-4337-BACD-ADC164E73EDF}"/>
              </a:ext>
            </a:extLst>
          </p:cNvPr>
          <p:cNvSpPr>
            <a:spLocks noGrp="1"/>
          </p:cNvSpPr>
          <p:nvPr>
            <p:ph type="sldNum" sz="quarter" idx="4"/>
          </p:nvPr>
        </p:nvSpPr>
        <p:spPr>
          <a:xfrm>
            <a:off x="126371" y="6394080"/>
            <a:ext cx="475592" cy="365125"/>
          </a:xfrm>
          <a:prstGeom prst="rect">
            <a:avLst/>
          </a:prstGeom>
        </p:spPr>
        <p:txBody>
          <a:bodyPr vert="horz" lIns="91440" tIns="45720" rIns="91440" bIns="45720" rtlCol="0" anchor="ctr"/>
          <a:lstStyle>
            <a:lvl1pPr algn="r">
              <a:defRPr sz="1200">
                <a:solidFill>
                  <a:schemeClr val="tx1"/>
                </a:solidFill>
              </a:defRPr>
            </a:lvl1pPr>
          </a:lstStyle>
          <a:p>
            <a:fld id="{B7F2C412-EBEA-974B-89DE-9542761B6458}" type="slidenum">
              <a:rPr lang="fr-FR" smtClean="0"/>
              <a:pPr/>
              <a:t>‹N°›</a:t>
            </a:fld>
            <a:endParaRPr lang="fr-FR"/>
          </a:p>
        </p:txBody>
      </p:sp>
    </p:spTree>
    <p:extLst>
      <p:ext uri="{BB962C8B-B14F-4D97-AF65-F5344CB8AC3E}">
        <p14:creationId xmlns:p14="http://schemas.microsoft.com/office/powerpoint/2010/main" val="25173474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sv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CC28578-5D46-1ABD-EDB4-441F72E58DC7}"/>
              </a:ext>
            </a:extLst>
          </p:cNvPr>
          <p:cNvSpPr/>
          <p:nvPr userDrawn="1"/>
        </p:nvSpPr>
        <p:spPr>
          <a:xfrm>
            <a:off x="0" y="6226969"/>
            <a:ext cx="12192000" cy="631031"/>
          </a:xfrm>
          <a:prstGeom prst="rect">
            <a:avLst/>
          </a:prstGeom>
          <a:solidFill>
            <a:schemeClr val="accent6"/>
          </a:solidFill>
          <a:ln w="12700">
            <a:miter lim="400000"/>
          </a:ln>
        </p:spPr>
        <p:txBody>
          <a:bodyPr lIns="0" tIns="0" rIns="0" bIns="0" rtlCol="0" anchor="ctr"/>
          <a:lstStyle/>
          <a:p>
            <a:pPr marL="0" marR="0" indent="0" algn="ctr" defTabSz="412750" rtl="0" eaLnBrk="1" fontAlgn="auto" latinLnBrk="0" hangingPunct="0">
              <a:lnSpc>
                <a:spcPct val="100000"/>
              </a:lnSpc>
              <a:spcBef>
                <a:spcPts val="0"/>
              </a:spcBef>
              <a:spcAft>
                <a:spcPts val="0"/>
              </a:spcAft>
              <a:buClrTx/>
              <a:buSzTx/>
              <a:buFontTx/>
              <a:buNone/>
              <a:tabLst/>
            </a:pPr>
            <a:endParaRPr kumimoji="0" lang="en-US" sz="1600" b="1" u="none" strike="noStrike" kern="0" cap="none" spc="0" normalizeH="0" baseline="0" noProof="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7" name="Confidentiel">
            <a:extLst>
              <a:ext uri="{FF2B5EF4-FFF2-40B4-BE49-F238E27FC236}">
                <a16:creationId xmlns:a16="http://schemas.microsoft.com/office/drawing/2014/main" id="{DE58EB6F-51F7-30FD-7DE0-E3E6F785D7C7}"/>
              </a:ext>
            </a:extLst>
          </p:cNvPr>
          <p:cNvSpPr txBox="1">
            <a:spLocks/>
          </p:cNvSpPr>
          <p:nvPr userDrawn="1"/>
        </p:nvSpPr>
        <p:spPr>
          <a:xfrm>
            <a:off x="1104880" y="6442586"/>
            <a:ext cx="7379900" cy="2160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600">
                <a:solidFill>
                  <a:schemeClr val="bg1"/>
                </a:solidFill>
                <a:latin typeface="Open Sans Light" pitchFamily="2" charset="0"/>
                <a:ea typeface="Open Sans Light" pitchFamily="2" charset="0"/>
                <a:cs typeface="Open Sans Light" pitchFamily="2" charset="0"/>
              </a:rPr>
              <a:t>Confidentialité : Document confidentiel © SQORUS / Diffusion externe interdite</a:t>
            </a:r>
          </a:p>
        </p:txBody>
      </p:sp>
      <p:sp>
        <p:nvSpPr>
          <p:cNvPr id="13" name="Sensible/interne" hidden="1">
            <a:extLst>
              <a:ext uri="{FF2B5EF4-FFF2-40B4-BE49-F238E27FC236}">
                <a16:creationId xmlns:a16="http://schemas.microsoft.com/office/drawing/2014/main" id="{017FD897-EE32-F333-A57A-5B80069A36C1}"/>
              </a:ext>
            </a:extLst>
          </p:cNvPr>
          <p:cNvSpPr txBox="1">
            <a:spLocks/>
          </p:cNvSpPr>
          <p:nvPr userDrawn="1"/>
        </p:nvSpPr>
        <p:spPr>
          <a:xfrm>
            <a:off x="1104880" y="6442586"/>
            <a:ext cx="7379900" cy="2160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600">
                <a:solidFill>
                  <a:schemeClr val="bg1"/>
                </a:solidFill>
                <a:latin typeface="Open Sans Light" pitchFamily="2" charset="0"/>
                <a:ea typeface="Open Sans Light" pitchFamily="2" charset="0"/>
                <a:cs typeface="Open Sans Light" pitchFamily="2" charset="0"/>
              </a:rPr>
              <a:t>Confidentialité : Document sensible à usage interne © SQORUS / Diffusion externe restreinte</a:t>
            </a:r>
          </a:p>
        </p:txBody>
      </p:sp>
      <p:sp>
        <p:nvSpPr>
          <p:cNvPr id="14" name="Tout public" hidden="1">
            <a:extLst>
              <a:ext uri="{FF2B5EF4-FFF2-40B4-BE49-F238E27FC236}">
                <a16:creationId xmlns:a16="http://schemas.microsoft.com/office/drawing/2014/main" id="{3B072371-7E94-5096-C01B-ADB3B37DF815}"/>
              </a:ext>
            </a:extLst>
          </p:cNvPr>
          <p:cNvSpPr txBox="1">
            <a:spLocks/>
          </p:cNvSpPr>
          <p:nvPr userDrawn="1"/>
        </p:nvSpPr>
        <p:spPr>
          <a:xfrm>
            <a:off x="1104880" y="6442586"/>
            <a:ext cx="7379900" cy="2160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600">
                <a:solidFill>
                  <a:schemeClr val="bg1"/>
                </a:solidFill>
                <a:latin typeface="Open Sans Light" pitchFamily="2" charset="0"/>
                <a:ea typeface="Open Sans Light" pitchFamily="2" charset="0"/>
                <a:cs typeface="Open Sans Light" pitchFamily="2" charset="0"/>
              </a:rPr>
              <a:t>Confidentialité : Tout public © SQORUS</a:t>
            </a:r>
          </a:p>
        </p:txBody>
      </p:sp>
      <p:sp>
        <p:nvSpPr>
          <p:cNvPr id="15" name="Espace réservé du titre 14">
            <a:extLst>
              <a:ext uri="{FF2B5EF4-FFF2-40B4-BE49-F238E27FC236}">
                <a16:creationId xmlns:a16="http://schemas.microsoft.com/office/drawing/2014/main" id="{7BDDF486-2E27-F466-AB6F-8139DC2AC2A2}"/>
              </a:ext>
            </a:extLst>
          </p:cNvPr>
          <p:cNvSpPr>
            <a:spLocks noGrp="1"/>
          </p:cNvSpPr>
          <p:nvPr>
            <p:ph type="title"/>
          </p:nvPr>
        </p:nvSpPr>
        <p:spPr>
          <a:xfrm>
            <a:off x="571135" y="202559"/>
            <a:ext cx="10782666" cy="1059607"/>
          </a:xfrm>
          <a:prstGeom prst="rect">
            <a:avLst/>
          </a:prstGeom>
        </p:spPr>
        <p:txBody>
          <a:bodyPr vert="horz" lIns="91440" tIns="45720" rIns="91440" bIns="45720" rtlCol="0" anchor="ctr">
            <a:normAutofit/>
          </a:bodyPr>
          <a:lstStyle/>
          <a:p>
            <a:r>
              <a:rPr lang="fr-FR"/>
              <a:t>Modifiez le style du titre</a:t>
            </a:r>
          </a:p>
        </p:txBody>
      </p:sp>
      <p:sp>
        <p:nvSpPr>
          <p:cNvPr id="16" name="Espace réservé du texte 15">
            <a:extLst>
              <a:ext uri="{FF2B5EF4-FFF2-40B4-BE49-F238E27FC236}">
                <a16:creationId xmlns:a16="http://schemas.microsoft.com/office/drawing/2014/main" id="{BD8F7ED2-1F14-E5A8-0EA7-AF844BAAFB58}"/>
              </a:ext>
            </a:extLst>
          </p:cNvPr>
          <p:cNvSpPr>
            <a:spLocks noGrp="1"/>
          </p:cNvSpPr>
          <p:nvPr>
            <p:ph type="body" idx="1"/>
          </p:nvPr>
        </p:nvSpPr>
        <p:spPr>
          <a:xfrm>
            <a:off x="571135" y="1825625"/>
            <a:ext cx="10782666"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3" name="Image 2">
            <a:extLst>
              <a:ext uri="{FF2B5EF4-FFF2-40B4-BE49-F238E27FC236}">
                <a16:creationId xmlns:a16="http://schemas.microsoft.com/office/drawing/2014/main" id="{7938C733-0C02-FA88-C63D-A33B84ED209C}"/>
              </a:ext>
            </a:extLst>
          </p:cNvPr>
          <p:cNvPicPr>
            <a:picLocks noChangeAspect="1"/>
          </p:cNvPicPr>
          <p:nvPr userDrawn="1"/>
        </p:nvPicPr>
        <p:blipFill>
          <a:blip r:embed="rId34">
            <a:extLst>
              <a:ext uri="{96DAC541-7B7A-43D3-8B79-37D633B846F1}">
                <asvg:svgBlip xmlns:asvg="http://schemas.microsoft.com/office/drawing/2016/SVG/main" r:embed="rId35"/>
              </a:ext>
            </a:extLst>
          </a:blip>
          <a:srcRect/>
          <a:stretch/>
        </p:blipFill>
        <p:spPr>
          <a:xfrm>
            <a:off x="10511063" y="6418738"/>
            <a:ext cx="1119843" cy="271086"/>
          </a:xfrm>
          <a:prstGeom prst="rect">
            <a:avLst/>
          </a:prstGeom>
        </p:spPr>
      </p:pic>
    </p:spTree>
    <p:extLst>
      <p:ext uri="{BB962C8B-B14F-4D97-AF65-F5344CB8AC3E}">
        <p14:creationId xmlns:p14="http://schemas.microsoft.com/office/powerpoint/2010/main" val="42498318"/>
      </p:ext>
    </p:extLst>
  </p:cSld>
  <p:clrMap bg1="lt1" tx1="dk1" bg2="lt2" tx2="dk2" accent1="accent1" accent2="accent2" accent3="accent3" accent4="accent4" accent5="accent5" accent6="accent6" hlink="hlink" folHlink="folHlink"/>
  <p:sldLayoutIdLst>
    <p:sldLayoutId id="2147484442" r:id="rId1"/>
    <p:sldLayoutId id="2147484409" r:id="rId2"/>
    <p:sldLayoutId id="2147484350" r:id="rId3"/>
    <p:sldLayoutId id="2147484323" r:id="rId4"/>
    <p:sldLayoutId id="2147484327" r:id="rId5"/>
    <p:sldLayoutId id="2147484328" r:id="rId6"/>
    <p:sldLayoutId id="2147484429" r:id="rId7"/>
    <p:sldLayoutId id="2147484430" r:id="rId8"/>
    <p:sldLayoutId id="2147484431" r:id="rId9"/>
    <p:sldLayoutId id="2147484432" r:id="rId10"/>
    <p:sldLayoutId id="2147484433" r:id="rId11"/>
    <p:sldLayoutId id="2147483763" r:id="rId12"/>
    <p:sldLayoutId id="2147484434" r:id="rId13"/>
    <p:sldLayoutId id="2147484435" r:id="rId14"/>
    <p:sldLayoutId id="2147484345" r:id="rId15"/>
    <p:sldLayoutId id="2147484346" r:id="rId16"/>
    <p:sldLayoutId id="2147484348" r:id="rId17"/>
    <p:sldLayoutId id="2147484440" r:id="rId18"/>
    <p:sldLayoutId id="2147484351" r:id="rId19"/>
    <p:sldLayoutId id="2147484425" r:id="rId20"/>
    <p:sldLayoutId id="2147484330" r:id="rId21"/>
    <p:sldLayoutId id="2147484441" r:id="rId22"/>
    <p:sldLayoutId id="2147484349" r:id="rId23"/>
    <p:sldLayoutId id="2147484427" r:id="rId24"/>
    <p:sldLayoutId id="2147484336" r:id="rId25"/>
    <p:sldLayoutId id="2147484333" r:id="rId26"/>
    <p:sldLayoutId id="2147484428" r:id="rId27"/>
    <p:sldLayoutId id="2147484365" r:id="rId28"/>
    <p:sldLayoutId id="2147484426" r:id="rId29"/>
    <p:sldLayoutId id="2147484347" r:id="rId30"/>
    <p:sldLayoutId id="2147484443" r:id="rId31"/>
    <p:sldLayoutId id="2147484444" r:id="rId32"/>
  </p:sldLayoutIdLst>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hf sldNum="0" hdr="0" dt="0"/>
  <p:txStyles>
    <p:title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chemeClr val="tx1"/>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p:titleStyle>
    <p:bodyStyle>
      <a:lvl1pPr marL="158750" marR="0" indent="-158750" algn="l" defTabSz="412750" rtl="0" latinLnBrk="0">
        <a:lnSpc>
          <a:spcPct val="100000"/>
        </a:lnSpc>
        <a:spcBef>
          <a:spcPts val="300"/>
        </a:spcBef>
        <a:spcAft>
          <a:spcPts val="0"/>
        </a:spcAft>
        <a:buClrTx/>
        <a:buSzPct val="125000"/>
        <a:buFontTx/>
        <a:buChar char="•"/>
        <a:tabLst/>
        <a:defRPr sz="1800" b="1" i="0" u="none" strike="noStrike" cap="none" spc="0" baseline="0">
          <a:solidFill>
            <a:schemeClr val="tx1"/>
          </a:solidFill>
          <a:uFillTx/>
          <a:latin typeface="Open Sans ExtraBold" pitchFamily="2" charset="0"/>
          <a:ea typeface="Open Sans ExtraBold" pitchFamily="2" charset="0"/>
          <a:cs typeface="Open Sans ExtraBold" pitchFamily="2" charset="0"/>
          <a:sym typeface="Poppins Light"/>
        </a:defRPr>
      </a:lvl1pPr>
      <a:lvl2pPr marL="358775" marR="0" indent="-202407" algn="l" defTabSz="404813" rtl="0" latinLnBrk="0">
        <a:lnSpc>
          <a:spcPct val="100000"/>
        </a:lnSpc>
        <a:spcBef>
          <a:spcPts val="300"/>
        </a:spcBef>
        <a:spcAft>
          <a:spcPts val="0"/>
        </a:spcAft>
        <a:buClrTx/>
        <a:buSzPct val="125000"/>
        <a:buFontTx/>
        <a:buChar char="•"/>
        <a:tabLst/>
        <a:defRPr sz="1600" b="0" i="0" u="none" strike="noStrike" cap="none" spc="0" baseline="0">
          <a:solidFill>
            <a:schemeClr val="tx1"/>
          </a:solidFill>
          <a:uFillTx/>
          <a:latin typeface="Open Sans Light" pitchFamily="2" charset="0"/>
          <a:ea typeface="Open Sans Light" pitchFamily="2" charset="0"/>
          <a:cs typeface="Open Sans Light" pitchFamily="2" charset="0"/>
          <a:sym typeface="Poppins Light"/>
        </a:defRPr>
      </a:lvl2pPr>
      <a:lvl3pPr marL="578644" marR="0" indent="-158750" algn="l" defTabSz="412750" rtl="0" latinLnBrk="0">
        <a:lnSpc>
          <a:spcPct val="100000"/>
        </a:lnSpc>
        <a:spcBef>
          <a:spcPts val="300"/>
        </a:spcBef>
        <a:spcAft>
          <a:spcPts val="0"/>
        </a:spcAft>
        <a:buClr>
          <a:schemeClr val="accent5"/>
        </a:buClr>
        <a:buSzPct val="125000"/>
        <a:buFont typeface="Calibri" panose="020F0502020204030204" pitchFamily="34" charset="0"/>
        <a:buChar char="‒"/>
        <a:tabLst/>
        <a:defRPr sz="1200" b="0" i="0" u="none" strike="noStrike" cap="none" spc="0" baseline="0">
          <a:solidFill>
            <a:schemeClr val="tx1"/>
          </a:solidFill>
          <a:uFillTx/>
          <a:latin typeface="Open Sans Light" pitchFamily="2" charset="0"/>
          <a:ea typeface="Open Sans Light" pitchFamily="2" charset="0"/>
          <a:cs typeface="Open Sans Light" pitchFamily="2" charset="0"/>
          <a:sym typeface="Poppins Light"/>
        </a:defRPr>
      </a:lvl3pPr>
      <a:lvl4pPr marL="740569" marR="0" indent="-158750" algn="l" defTabSz="412750" rtl="0" latinLnBrk="0">
        <a:lnSpc>
          <a:spcPct val="100000"/>
        </a:lnSpc>
        <a:spcBef>
          <a:spcPts val="300"/>
        </a:spcBef>
        <a:spcAft>
          <a:spcPts val="0"/>
        </a:spcAft>
        <a:buClrTx/>
        <a:buSzPct val="125000"/>
        <a:buFontTx/>
        <a:buChar char="•"/>
        <a:tabLst/>
        <a:defRPr sz="900" b="0" i="0" u="none" strike="noStrike" cap="none" spc="0" baseline="0">
          <a:solidFill>
            <a:schemeClr val="tx1"/>
          </a:solidFill>
          <a:uFillTx/>
          <a:latin typeface="Open Sans Light" pitchFamily="2" charset="0"/>
          <a:ea typeface="Open Sans Light" pitchFamily="2" charset="0"/>
          <a:cs typeface="Open Sans Light" pitchFamily="2" charset="0"/>
          <a:sym typeface="Poppins Light"/>
        </a:defRPr>
      </a:lvl4pPr>
      <a:lvl5pPr marL="0" marR="0" indent="0" algn="l" defTabSz="412750" rtl="0" latinLnBrk="0">
        <a:lnSpc>
          <a:spcPct val="100000"/>
        </a:lnSpc>
        <a:spcBef>
          <a:spcPts val="300"/>
        </a:spcBef>
        <a:spcAft>
          <a:spcPts val="0"/>
        </a:spcAft>
        <a:buClrTx/>
        <a:buSzPct val="125000"/>
        <a:buFontTx/>
        <a:buNone/>
        <a:tabLst/>
        <a:defRPr sz="900" b="0" i="0" u="none" strike="noStrike" cap="none" spc="0" baseline="0">
          <a:solidFill>
            <a:schemeClr val="tx1"/>
          </a:solidFill>
          <a:uFillTx/>
          <a:latin typeface="Open Sans Light" pitchFamily="2" charset="0"/>
          <a:ea typeface="Open Sans Light" pitchFamily="2" charset="0"/>
          <a:cs typeface="Open Sans Light" pitchFamily="2" charset="0"/>
          <a:sym typeface="Poppins Light"/>
        </a:defRPr>
      </a:lvl5pPr>
      <a:lvl6pPr marL="17462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6pPr>
      <a:lvl7pPr marL="20637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7pPr>
      <a:lvl8pPr marL="23812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8pPr>
      <a:lvl9pPr marL="26987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9pPr>
    </p:bodyStyle>
    <p:otherStyle>
      <a:lvl1pPr marL="0" marR="0" indent="0" algn="ctr" defTabSz="41275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1pPr>
      <a:lvl2pPr marL="0" marR="0" indent="114300" algn="ctr" defTabSz="41275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2pPr>
      <a:lvl3pPr marL="0" marR="0" indent="228600" algn="ctr" defTabSz="41275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3pPr>
      <a:lvl4pPr marL="0" marR="0" indent="342900" algn="ctr" defTabSz="41275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4pPr>
      <a:lvl5pPr marL="0" marR="0" indent="457200" algn="ctr" defTabSz="41275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5pPr>
      <a:lvl6pPr marL="0" marR="0" indent="571500" algn="ctr" defTabSz="41275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6pPr>
      <a:lvl7pPr marL="0" marR="0" indent="685800" algn="ctr" defTabSz="41275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7pPr>
      <a:lvl8pPr marL="0" marR="0" indent="800100" algn="ctr" defTabSz="41275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8pPr>
      <a:lvl9pPr marL="0" marR="0" indent="914400" algn="ctr" defTabSz="41275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54" userDrawn="1">
          <p15:clr>
            <a:srgbClr val="F26B43"/>
          </p15:clr>
        </p15:guide>
        <p15:guide id="4" orient="horz" pos="3923" userDrawn="1">
          <p15:clr>
            <a:srgbClr val="F26B43"/>
          </p15:clr>
        </p15:guide>
        <p15:guide id="5" pos="143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5" Type="http://schemas.openxmlformats.org/officeDocument/2006/relationships/image" Target="../media/image230.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microsoft.com/office/2007/relationships/hdphoto" Target="../media/hdphoto1.wdp"/><Relationship Id="rId7"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modelcontextprotocol/servers?tab=readme-ov-file" TargetMode="External"/><Relationship Id="rId2" Type="http://schemas.openxmlformats.org/officeDocument/2006/relationships/hyperlink" Target="https://insidegroup.fr/actualites/architecture-agent-ia/" TargetMode="External"/><Relationship Id="rId1" Type="http://schemas.openxmlformats.org/officeDocument/2006/relationships/slideLayout" Target="../slideLayouts/slideLayout21.xml"/><Relationship Id="rId6" Type="http://schemas.openxmlformats.org/officeDocument/2006/relationships/image" Target="../media/image35.jpeg"/><Relationship Id="rId5" Type="http://schemas.openxmlformats.org/officeDocument/2006/relationships/hyperlink" Target="https://www.youtube.com/watch?v=-znPdClNBLE" TargetMode="External"/><Relationship Id="rId4" Type="http://schemas.openxmlformats.org/officeDocument/2006/relationships/hyperlink" Target="https://www.lemagit.fr/actualites/366622513/Portrait-robot-dun-Agent-I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314C867-1F87-117A-9171-213AE84C9234}"/>
              </a:ext>
            </a:extLst>
          </p:cNvPr>
          <p:cNvSpPr>
            <a:spLocks noGrp="1"/>
          </p:cNvSpPr>
          <p:nvPr>
            <p:ph type="title"/>
          </p:nvPr>
        </p:nvSpPr>
        <p:spPr/>
        <p:txBody>
          <a:bodyPr>
            <a:normAutofit fontScale="90000"/>
          </a:bodyPr>
          <a:lstStyle/>
          <a:p>
            <a:r>
              <a:rPr lang="fr-FR" dirty="0"/>
              <a:t>Les technologies autour des agents IA</a:t>
            </a:r>
            <a:br>
              <a:rPr lang="fr-FR" dirty="0"/>
            </a:br>
            <a:endParaRPr lang="en-US" dirty="0"/>
          </a:p>
        </p:txBody>
      </p:sp>
    </p:spTree>
    <p:extLst>
      <p:ext uri="{BB962C8B-B14F-4D97-AF65-F5344CB8AC3E}">
        <p14:creationId xmlns:p14="http://schemas.microsoft.com/office/powerpoint/2010/main" val="3979300641"/>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2D8F6687-8886-BB83-9F67-750A553B76FC}"/>
              </a:ext>
            </a:extLst>
          </p:cNvPr>
          <p:cNvSpPr>
            <a:spLocks noGrp="1"/>
          </p:cNvSpPr>
          <p:nvPr>
            <p:ph type="title"/>
          </p:nvPr>
        </p:nvSpPr>
        <p:spPr/>
        <p:txBody>
          <a:bodyPr/>
          <a:lstStyle/>
          <a:p>
            <a:r>
              <a:rPr lang="fr-FR" dirty="0"/>
              <a:t>Différence entre un agent IA et un </a:t>
            </a:r>
            <a:r>
              <a:rPr lang="fr-FR" dirty="0" err="1"/>
              <a:t>un</a:t>
            </a:r>
            <a:r>
              <a:rPr lang="fr-FR" dirty="0"/>
              <a:t> assistant IA </a:t>
            </a:r>
            <a:endParaRPr lang="en-US" dirty="0"/>
          </a:p>
        </p:txBody>
      </p:sp>
      <p:sp>
        <p:nvSpPr>
          <p:cNvPr id="3" name="Circle">
            <a:extLst>
              <a:ext uri="{FF2B5EF4-FFF2-40B4-BE49-F238E27FC236}">
                <a16:creationId xmlns:a16="http://schemas.microsoft.com/office/drawing/2014/main" id="{5F64A4C3-E1B6-5338-4791-C905820B9D32}"/>
              </a:ext>
            </a:extLst>
          </p:cNvPr>
          <p:cNvSpPr/>
          <p:nvPr/>
        </p:nvSpPr>
        <p:spPr>
          <a:xfrm>
            <a:off x="635401" y="2540000"/>
            <a:ext cx="1778001" cy="1778000"/>
          </a:xfrm>
          <a:prstGeom prst="ellipse">
            <a:avLst/>
          </a:prstGeom>
          <a:ln w="19050">
            <a:solidFill>
              <a:schemeClr val="accent4"/>
            </a:solidFill>
            <a:miter lim="400000"/>
          </a:ln>
        </p:spPr>
        <p:txBody>
          <a:bodyPr lIns="0" tIns="0" rIns="0" bIns="0" anchor="ctr"/>
          <a:lstStyle/>
          <a:p>
            <a:pPr algn="ctr">
              <a:lnSpc>
                <a:spcPct val="100000"/>
              </a:lnSpc>
              <a:defRPr sz="3200">
                <a:solidFill>
                  <a:srgbClr val="FFFFFF"/>
                </a:solidFill>
                <a:latin typeface="Poppins Regular"/>
                <a:ea typeface="Poppins Regular"/>
                <a:cs typeface="Poppins Regular"/>
                <a:sym typeface="Poppins Regular"/>
              </a:defRPr>
            </a:pPr>
            <a:endParaRPr sz="1600">
              <a:solidFill>
                <a:srgbClr val="FFFFFF"/>
              </a:solidFill>
              <a:latin typeface="Poppins Regular"/>
              <a:cs typeface="Poppins Regular"/>
              <a:sym typeface="Poppins Regular"/>
            </a:endParaRPr>
          </a:p>
        </p:txBody>
      </p:sp>
      <p:sp>
        <p:nvSpPr>
          <p:cNvPr id="4" name="Line">
            <a:extLst>
              <a:ext uri="{FF2B5EF4-FFF2-40B4-BE49-F238E27FC236}">
                <a16:creationId xmlns:a16="http://schemas.microsoft.com/office/drawing/2014/main" id="{0DB26678-3BC5-CE58-D206-8C6B5E9005BD}"/>
              </a:ext>
            </a:extLst>
          </p:cNvPr>
          <p:cNvSpPr/>
          <p:nvPr/>
        </p:nvSpPr>
        <p:spPr>
          <a:xfrm flipH="1">
            <a:off x="1524401" y="4319482"/>
            <a:ext cx="0" cy="1987801"/>
          </a:xfrm>
          <a:prstGeom prst="line">
            <a:avLst/>
          </a:prstGeom>
          <a:ln w="19050">
            <a:solidFill>
              <a:srgbClr val="0D0D0D"/>
            </a:solidFill>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5" name="A project kick-off meeting is the first meeting with the project team and the client of the project where applicable. This meeting is the time to establish common goals and the purpose of the project. Starting a project without a kick-off meeting is like">
            <a:extLst>
              <a:ext uri="{FF2B5EF4-FFF2-40B4-BE49-F238E27FC236}">
                <a16:creationId xmlns:a16="http://schemas.microsoft.com/office/drawing/2014/main" id="{2C774F7E-C557-0AD2-FD91-73D59E880FA3}"/>
              </a:ext>
            </a:extLst>
          </p:cNvPr>
          <p:cNvSpPr txBox="1"/>
          <p:nvPr/>
        </p:nvSpPr>
        <p:spPr>
          <a:xfrm>
            <a:off x="3257550" y="3206750"/>
            <a:ext cx="7620000" cy="16846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spAutoFit/>
          </a:bodyPr>
          <a:lstStyle/>
          <a:p>
            <a:pPr algn="l"/>
            <a:r>
              <a:rPr lang="fr-FR" dirty="0">
                <a:latin typeface="Open Sans Light" panose="020B0306030504020204" pitchFamily="34" charset="0"/>
                <a:ea typeface="Open Sans Light" panose="020B0306030504020204" pitchFamily="34" charset="0"/>
                <a:cs typeface="Open Sans Light" panose="020B0306030504020204" pitchFamily="34" charset="0"/>
              </a:rPr>
              <a:t>C</a:t>
            </a:r>
            <a:r>
              <a:rPr lang="fr-FR" i="0" dirty="0">
                <a:solidFill>
                  <a:srgbClr val="0F1115"/>
                </a:solidFill>
                <a:effectLst/>
                <a:latin typeface="quote-cjk-patch"/>
              </a:rPr>
              <a:t>'est un </a:t>
            </a:r>
            <a:r>
              <a:rPr lang="fr-FR" b="0" i="0" dirty="0">
                <a:solidFill>
                  <a:srgbClr val="0F1115"/>
                </a:solidFill>
                <a:effectLst/>
                <a:latin typeface="quote-cjk-patch"/>
              </a:rPr>
              <a:t>système d'IA spécialisé dans la compréhension et la génération de texte. </a:t>
            </a:r>
          </a:p>
          <a:p>
            <a:pPr algn="l"/>
            <a:r>
              <a:rPr lang="fr-FR" b="1" i="0" dirty="0">
                <a:solidFill>
                  <a:srgbClr val="0F1115"/>
                </a:solidFill>
                <a:effectLst/>
                <a:latin typeface="quote-cjk-patch"/>
              </a:rPr>
              <a:t>Son rôle </a:t>
            </a:r>
            <a:r>
              <a:rPr lang="fr-FR" i="0" dirty="0">
                <a:solidFill>
                  <a:srgbClr val="0F1115"/>
                </a:solidFill>
                <a:effectLst/>
                <a:latin typeface="quote-cjk-patch"/>
              </a:rPr>
              <a:t>est de </a:t>
            </a:r>
            <a:r>
              <a:rPr lang="fr-FR" dirty="0">
                <a:solidFill>
                  <a:srgbClr val="0F1115"/>
                </a:solidFill>
                <a:latin typeface="quote-cjk-patch"/>
              </a:rPr>
              <a:t>t</a:t>
            </a:r>
            <a:r>
              <a:rPr lang="fr-FR" b="0" i="0" dirty="0">
                <a:solidFill>
                  <a:srgbClr val="0F1115"/>
                </a:solidFill>
                <a:effectLst/>
                <a:latin typeface="quote-cjk-patch"/>
              </a:rPr>
              <a:t>raiter du langage et produire du contenu textuel cohérent.</a:t>
            </a:r>
          </a:p>
          <a:p>
            <a:pPr algn="l"/>
            <a:r>
              <a:rPr lang="fr-FR" b="1" i="0" dirty="0">
                <a:solidFill>
                  <a:srgbClr val="0F1115"/>
                </a:solidFill>
                <a:effectLst/>
                <a:latin typeface="quote-cjk-patch"/>
              </a:rPr>
              <a:t>MAIS</a:t>
            </a:r>
            <a:r>
              <a:rPr lang="fr-FR" b="0" i="0" dirty="0">
                <a:solidFill>
                  <a:srgbClr val="0F1115"/>
                </a:solidFill>
                <a:effectLst/>
                <a:latin typeface="quote-cjk-patch"/>
              </a:rPr>
              <a:t> il ne peut rien faire d'autre que parler/écrire, il ne peut pas agir dans le monde réel, il n'a pas de mémoire persistante, il ne peut pas exécuter de tâches pratiques.</a:t>
            </a:r>
          </a:p>
          <a:p>
            <a:endParaRPr lang="fr-FR" b="0" i="0" dirty="0">
              <a:solidFill>
                <a:srgbClr val="0F1115"/>
              </a:solidFill>
              <a:effectLst/>
              <a:latin typeface="quote-cjk-patch"/>
            </a:endParaRPr>
          </a:p>
          <a:p>
            <a:pPr algn="l"/>
            <a:r>
              <a:rPr lang="fr-FR" i="0" dirty="0">
                <a:solidFill>
                  <a:srgbClr val="0F1115"/>
                </a:solidFill>
                <a:effectLst/>
                <a:latin typeface="quote-cjk-patch"/>
              </a:rPr>
              <a:t>Exemples : </a:t>
            </a:r>
            <a:r>
              <a:rPr lang="fr-FR" b="0" i="0" dirty="0" err="1">
                <a:solidFill>
                  <a:srgbClr val="0F1115"/>
                </a:solidFill>
                <a:effectLst/>
                <a:latin typeface="quote-cjk-patch"/>
              </a:rPr>
              <a:t>ChatGPT</a:t>
            </a:r>
            <a:r>
              <a:rPr lang="fr-FR" b="0" i="0" dirty="0">
                <a:solidFill>
                  <a:srgbClr val="0F1115"/>
                </a:solidFill>
                <a:effectLst/>
                <a:latin typeface="quote-cjk-patch"/>
              </a:rPr>
              <a:t>, GPT-4, Gemini, </a:t>
            </a:r>
            <a:r>
              <a:rPr lang="fr-FR" b="0" i="0" dirty="0" err="1">
                <a:solidFill>
                  <a:srgbClr val="0F1115"/>
                </a:solidFill>
                <a:effectLst/>
                <a:latin typeface="quote-cjk-patch"/>
              </a:rPr>
              <a:t>Llama</a:t>
            </a:r>
            <a:r>
              <a:rPr lang="fr-FR" b="0" i="0" dirty="0">
                <a:solidFill>
                  <a:srgbClr val="0F1115"/>
                </a:solidFill>
                <a:effectLst/>
                <a:latin typeface="quote-cjk-patch"/>
              </a:rPr>
              <a:t>, Claude.</a:t>
            </a:r>
          </a:p>
        </p:txBody>
      </p:sp>
      <p:sp>
        <p:nvSpPr>
          <p:cNvPr id="6" name="Project kickoff">
            <a:extLst>
              <a:ext uri="{FF2B5EF4-FFF2-40B4-BE49-F238E27FC236}">
                <a16:creationId xmlns:a16="http://schemas.microsoft.com/office/drawing/2014/main" id="{78F291A1-018B-D774-E8B4-EBCC0EB9AED2}"/>
              </a:ext>
            </a:extLst>
          </p:cNvPr>
          <p:cNvSpPr txBox="1"/>
          <p:nvPr/>
        </p:nvSpPr>
        <p:spPr>
          <a:xfrm>
            <a:off x="3257550" y="2190750"/>
            <a:ext cx="7620000" cy="6519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spAutoFit/>
          </a:bodyPr>
          <a:lstStyle>
            <a:lvl1pPr>
              <a:lnSpc>
                <a:spcPct val="120000"/>
              </a:lnSpc>
              <a:defRPr sz="7000">
                <a:latin typeface="+mn-lt"/>
                <a:ea typeface="+mn-ea"/>
                <a:cs typeface="+mn-cs"/>
                <a:sym typeface="Poppins SemiBold"/>
              </a:defRPr>
            </a:lvl1pPr>
          </a:lstStyle>
          <a:p>
            <a:pPr>
              <a:defRPr/>
            </a:pPr>
            <a:r>
              <a:rPr lang="fr-FR" sz="3500" b="1" dirty="0">
                <a:latin typeface="Open Sans Extrabold" panose="020B0606030504020204" pitchFamily="34" charset="0"/>
                <a:ea typeface="Open Sans Extrabold" panose="020B0606030504020204" pitchFamily="34" charset="0"/>
                <a:cs typeface="Open Sans Extrabold" panose="020B0606030504020204" pitchFamily="34" charset="0"/>
              </a:rPr>
              <a:t>C’est quoi un LLM ?</a:t>
            </a:r>
            <a:endParaRPr sz="3500" b="1" dirty="0">
              <a:latin typeface="Open Sans Extrabold" panose="020B0606030504020204" pitchFamily="34" charset="0"/>
              <a:ea typeface="Open Sans Extrabold" panose="020B0606030504020204" pitchFamily="34" charset="0"/>
              <a:cs typeface="Open Sans Extrabold" panose="020B0606030504020204" pitchFamily="34" charset="0"/>
            </a:endParaRPr>
          </a:p>
        </p:txBody>
      </p:sp>
      <p:sp>
        <p:nvSpPr>
          <p:cNvPr id="7" name="01">
            <a:extLst>
              <a:ext uri="{FF2B5EF4-FFF2-40B4-BE49-F238E27FC236}">
                <a16:creationId xmlns:a16="http://schemas.microsoft.com/office/drawing/2014/main" id="{056BB5AC-3709-0AC9-0A90-7712B076500C}"/>
              </a:ext>
            </a:extLst>
          </p:cNvPr>
          <p:cNvSpPr txBox="1"/>
          <p:nvPr/>
        </p:nvSpPr>
        <p:spPr>
          <a:xfrm>
            <a:off x="889401" y="3103046"/>
            <a:ext cx="1270001" cy="6519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spAutoFit/>
          </a:bodyPr>
          <a:lstStyle>
            <a:lvl1pPr algn="ctr">
              <a:lnSpc>
                <a:spcPct val="120000"/>
              </a:lnSpc>
              <a:defRPr sz="7000">
                <a:latin typeface="+mn-lt"/>
                <a:ea typeface="+mn-ea"/>
                <a:cs typeface="+mn-cs"/>
                <a:sym typeface="Poppins SemiBold"/>
              </a:defRPr>
            </a:lvl1pPr>
          </a:lstStyle>
          <a:p>
            <a:pPr>
              <a:defRPr/>
            </a:pPr>
            <a:r>
              <a:rPr sz="3500" b="1" dirty="0">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rPr>
              <a:t>0</a:t>
            </a:r>
            <a:r>
              <a:rPr lang="fr-FR" sz="3500" b="1" dirty="0">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rPr>
              <a:t>1</a:t>
            </a:r>
            <a:endParaRPr sz="3500" b="1" dirty="0">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3023569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2D8F6687-8886-BB83-9F67-750A553B76FC}"/>
              </a:ext>
            </a:extLst>
          </p:cNvPr>
          <p:cNvSpPr>
            <a:spLocks noGrp="1"/>
          </p:cNvSpPr>
          <p:nvPr>
            <p:ph type="title"/>
          </p:nvPr>
        </p:nvSpPr>
        <p:spPr/>
        <p:txBody>
          <a:bodyPr/>
          <a:lstStyle/>
          <a:p>
            <a:r>
              <a:rPr lang="fr-FR" dirty="0"/>
              <a:t>Différence entre un agent IA et un LLM</a:t>
            </a:r>
            <a:endParaRPr lang="en-US" dirty="0"/>
          </a:p>
        </p:txBody>
      </p:sp>
      <p:sp>
        <p:nvSpPr>
          <p:cNvPr id="3" name="Circle">
            <a:extLst>
              <a:ext uri="{FF2B5EF4-FFF2-40B4-BE49-F238E27FC236}">
                <a16:creationId xmlns:a16="http://schemas.microsoft.com/office/drawing/2014/main" id="{5F64A4C3-E1B6-5338-4791-C905820B9D32}"/>
              </a:ext>
            </a:extLst>
          </p:cNvPr>
          <p:cNvSpPr/>
          <p:nvPr/>
        </p:nvSpPr>
        <p:spPr>
          <a:xfrm>
            <a:off x="635401" y="2540000"/>
            <a:ext cx="1778001" cy="1778000"/>
          </a:xfrm>
          <a:prstGeom prst="ellipse">
            <a:avLst/>
          </a:prstGeom>
          <a:ln w="19050">
            <a:solidFill>
              <a:schemeClr val="accent4"/>
            </a:solidFill>
            <a:miter lim="400000"/>
          </a:ln>
        </p:spPr>
        <p:txBody>
          <a:bodyPr lIns="0" tIns="0" rIns="0" bIns="0" anchor="ctr"/>
          <a:lstStyle/>
          <a:p>
            <a:pPr algn="ctr">
              <a:lnSpc>
                <a:spcPct val="100000"/>
              </a:lnSpc>
              <a:defRPr sz="3200">
                <a:solidFill>
                  <a:srgbClr val="FFFFFF"/>
                </a:solidFill>
                <a:latin typeface="Poppins Regular"/>
                <a:ea typeface="Poppins Regular"/>
                <a:cs typeface="Poppins Regular"/>
                <a:sym typeface="Poppins Regular"/>
              </a:defRPr>
            </a:pPr>
            <a:endParaRPr sz="1600">
              <a:solidFill>
                <a:srgbClr val="FFFFFF"/>
              </a:solidFill>
              <a:latin typeface="Poppins Regular"/>
              <a:cs typeface="Poppins Regular"/>
              <a:sym typeface="Poppins Regular"/>
            </a:endParaRPr>
          </a:p>
        </p:txBody>
      </p:sp>
      <p:sp>
        <p:nvSpPr>
          <p:cNvPr id="4" name="Line">
            <a:extLst>
              <a:ext uri="{FF2B5EF4-FFF2-40B4-BE49-F238E27FC236}">
                <a16:creationId xmlns:a16="http://schemas.microsoft.com/office/drawing/2014/main" id="{0DB26678-3BC5-CE58-D206-8C6B5E9005BD}"/>
              </a:ext>
            </a:extLst>
          </p:cNvPr>
          <p:cNvSpPr/>
          <p:nvPr/>
        </p:nvSpPr>
        <p:spPr>
          <a:xfrm flipH="1">
            <a:off x="1524401" y="4319482"/>
            <a:ext cx="0" cy="1987801"/>
          </a:xfrm>
          <a:prstGeom prst="line">
            <a:avLst/>
          </a:prstGeom>
          <a:ln w="19050">
            <a:solidFill>
              <a:srgbClr val="0D0D0D"/>
            </a:solidFill>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5" name="A project kick-off meeting is the first meeting with the project team and the client of the project where applicable. This meeting is the time to establish common goals and the purpose of the project. Starting a project without a kick-off meeting is like">
            <a:extLst>
              <a:ext uri="{FF2B5EF4-FFF2-40B4-BE49-F238E27FC236}">
                <a16:creationId xmlns:a16="http://schemas.microsoft.com/office/drawing/2014/main" id="{2C774F7E-C557-0AD2-FD91-73D59E880FA3}"/>
              </a:ext>
            </a:extLst>
          </p:cNvPr>
          <p:cNvSpPr txBox="1"/>
          <p:nvPr/>
        </p:nvSpPr>
        <p:spPr>
          <a:xfrm>
            <a:off x="3257550" y="3206750"/>
            <a:ext cx="7620000" cy="27917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p>
            <a:pPr>
              <a:defRPr/>
            </a:pPr>
            <a:r>
              <a:rPr lang="fr-FR" dirty="0">
                <a:latin typeface="Open Sans Light" panose="020B0306030504020204" pitchFamily="34" charset="0"/>
                <a:ea typeface="Open Sans Light" panose="020B0306030504020204" pitchFamily="34" charset="0"/>
                <a:cs typeface="Open Sans Light" panose="020B0306030504020204" pitchFamily="34" charset="0"/>
              </a:rPr>
              <a:t>Un </a:t>
            </a:r>
            <a:r>
              <a:rPr lang="fr-FR" b="1" dirty="0">
                <a:latin typeface="Open Sans Light" panose="020B0306030504020204" pitchFamily="34" charset="0"/>
                <a:ea typeface="Open Sans Light" panose="020B0306030504020204" pitchFamily="34" charset="0"/>
                <a:cs typeface="Open Sans Light" panose="020B0306030504020204" pitchFamily="34" charset="0"/>
              </a:rPr>
              <a:t>Agent IA </a:t>
            </a:r>
            <a:r>
              <a:rPr lang="fr-FR" dirty="0">
                <a:latin typeface="Open Sans Light" panose="020B0306030504020204" pitchFamily="34" charset="0"/>
                <a:ea typeface="Open Sans Light" panose="020B0306030504020204" pitchFamily="34" charset="0"/>
                <a:cs typeface="Open Sans Light" panose="020B0306030504020204" pitchFamily="34" charset="0"/>
              </a:rPr>
              <a:t>est un programme informatique doté d'intelligence artificielle </a:t>
            </a:r>
            <a:r>
              <a:rPr lang="fr-FR" b="1" dirty="0">
                <a:latin typeface="Open Sans Light" panose="020B0306030504020204" pitchFamily="34" charset="0"/>
                <a:ea typeface="Open Sans Light" panose="020B0306030504020204" pitchFamily="34" charset="0"/>
                <a:cs typeface="Open Sans Light" panose="020B0306030504020204" pitchFamily="34" charset="0"/>
              </a:rPr>
              <a:t>qui ne se contente pas de répondre à une question, mais qui accomplit un objectif ou une tâche spécifique de manière autonome</a:t>
            </a:r>
            <a:r>
              <a:rPr lang="fr-FR" dirty="0">
                <a:latin typeface="Open Sans Light" panose="020B0306030504020204" pitchFamily="34" charset="0"/>
                <a:ea typeface="Open Sans Light" panose="020B0306030504020204" pitchFamily="34" charset="0"/>
                <a:cs typeface="Open Sans Light" panose="020B0306030504020204" pitchFamily="34" charset="0"/>
              </a:rPr>
              <a:t>.</a:t>
            </a:r>
          </a:p>
          <a:p>
            <a:pPr>
              <a:defRPr/>
            </a:pPr>
            <a:endParaRPr lang="fr-FR" dirty="0">
              <a:latin typeface="Open Sans Light" panose="020B0306030504020204" pitchFamily="34" charset="0"/>
              <a:ea typeface="Open Sans Light" panose="020B0306030504020204" pitchFamily="34" charset="0"/>
              <a:cs typeface="Open Sans Light" panose="020B0306030504020204" pitchFamily="34" charset="0"/>
            </a:endParaRPr>
          </a:p>
          <a:p>
            <a:pPr>
              <a:defRPr/>
            </a:pPr>
            <a:r>
              <a:rPr lang="fr-FR" dirty="0">
                <a:latin typeface="Open Sans Light" panose="020B0306030504020204" pitchFamily="34" charset="0"/>
                <a:ea typeface="Open Sans Light" panose="020B0306030504020204" pitchFamily="34" charset="0"/>
                <a:cs typeface="Open Sans Light" panose="020B0306030504020204" pitchFamily="34" charset="0"/>
              </a:rPr>
              <a:t>la différence entre :</a:t>
            </a:r>
          </a:p>
          <a:p>
            <a:pPr>
              <a:defRPr/>
            </a:pPr>
            <a:r>
              <a:rPr lang="fr-FR" b="1" dirty="0">
                <a:latin typeface="Open Sans Light" panose="020B0306030504020204" pitchFamily="34" charset="0"/>
                <a:ea typeface="Open Sans Light" panose="020B0306030504020204" pitchFamily="34" charset="0"/>
                <a:cs typeface="Open Sans Light" panose="020B0306030504020204" pitchFamily="34" charset="0"/>
              </a:rPr>
              <a:t>Un LLM (comme </a:t>
            </a:r>
            <a:r>
              <a:rPr lang="fr-FR" b="1" dirty="0" err="1">
                <a:latin typeface="Open Sans Light" panose="020B0306030504020204" pitchFamily="34" charset="0"/>
                <a:ea typeface="Open Sans Light" panose="020B0306030504020204" pitchFamily="34" charset="0"/>
                <a:cs typeface="Open Sans Light" panose="020B0306030504020204" pitchFamily="34" charset="0"/>
              </a:rPr>
              <a:t>ChatGPT</a:t>
            </a:r>
            <a:r>
              <a:rPr lang="fr-FR" b="1" dirty="0">
                <a:latin typeface="Open Sans Light" panose="020B0306030504020204" pitchFamily="34" charset="0"/>
                <a:ea typeface="Open Sans Light" panose="020B0306030504020204" pitchFamily="34" charset="0"/>
                <a:cs typeface="Open Sans Light" panose="020B0306030504020204" pitchFamily="34" charset="0"/>
              </a:rPr>
              <a:t>) </a:t>
            </a:r>
            <a:r>
              <a:rPr lang="fr-FR" dirty="0">
                <a:latin typeface="Open Sans Light" panose="020B0306030504020204" pitchFamily="34" charset="0"/>
                <a:ea typeface="Open Sans Light" panose="020B0306030504020204" pitchFamily="34" charset="0"/>
                <a:cs typeface="Open Sans Light" panose="020B0306030504020204" pitchFamily="34" charset="0"/>
              </a:rPr>
              <a:t>: On lui donne une instruction directe, il exécute et s'arrête. </a:t>
            </a:r>
            <a:br>
              <a:rPr lang="fr-FR" dirty="0">
                <a:latin typeface="Open Sans Light" panose="020B0306030504020204" pitchFamily="34" charset="0"/>
                <a:ea typeface="Open Sans Light" panose="020B0306030504020204" pitchFamily="34" charset="0"/>
                <a:cs typeface="Open Sans Light" panose="020B0306030504020204" pitchFamily="34" charset="0"/>
              </a:rPr>
            </a:br>
            <a:r>
              <a:rPr lang="fr-FR" dirty="0">
                <a:latin typeface="Open Sans Light" panose="020B0306030504020204" pitchFamily="34" charset="0"/>
                <a:ea typeface="Open Sans Light" panose="020B0306030504020204" pitchFamily="34" charset="0"/>
                <a:cs typeface="Open Sans Light" panose="020B0306030504020204" pitchFamily="34" charset="0"/>
              </a:rPr>
              <a:t>Exemple : "Rédige un email de relance."</a:t>
            </a:r>
          </a:p>
          <a:p>
            <a:pPr>
              <a:defRPr/>
            </a:pPr>
            <a:r>
              <a:rPr lang="fr-FR" b="1" dirty="0">
                <a:latin typeface="Open Sans Light" panose="020B0306030504020204" pitchFamily="34" charset="0"/>
                <a:ea typeface="Open Sans Light" panose="020B0306030504020204" pitchFamily="34" charset="0"/>
                <a:cs typeface="Open Sans Light" panose="020B0306030504020204" pitchFamily="34" charset="0"/>
              </a:rPr>
              <a:t>Un Agent IA </a:t>
            </a:r>
            <a:r>
              <a:rPr lang="fr-FR" dirty="0">
                <a:latin typeface="Open Sans Light" panose="020B0306030504020204" pitchFamily="34" charset="0"/>
                <a:ea typeface="Open Sans Light" panose="020B0306030504020204" pitchFamily="34" charset="0"/>
                <a:cs typeface="Open Sans Light" panose="020B0306030504020204" pitchFamily="34" charset="0"/>
              </a:rPr>
              <a:t>: On lui donne un objectif de haut niveau, et il décide lui-même des étapes à suivre pour l'atteindre. </a:t>
            </a:r>
            <a:br>
              <a:rPr lang="fr-FR" dirty="0">
                <a:latin typeface="Open Sans Light" panose="020B0306030504020204" pitchFamily="34" charset="0"/>
                <a:ea typeface="Open Sans Light" panose="020B0306030504020204" pitchFamily="34" charset="0"/>
                <a:cs typeface="Open Sans Light" panose="020B0306030504020204" pitchFamily="34" charset="0"/>
              </a:rPr>
            </a:br>
            <a:r>
              <a:rPr lang="fr-FR" dirty="0">
                <a:latin typeface="Open Sans Light" panose="020B0306030504020204" pitchFamily="34" charset="0"/>
                <a:ea typeface="Open Sans Light" panose="020B0306030504020204" pitchFamily="34" charset="0"/>
                <a:cs typeface="Open Sans Light" panose="020B0306030504020204" pitchFamily="34" charset="0"/>
              </a:rPr>
              <a:t>Exemple : "Surveille nos leads et envoie automatiquement un email de relance personnalisé à ceux qui n'ont pas répondu sous 7 jours."</a:t>
            </a:r>
            <a:endParaRPr lang="en-US"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Project kickoff">
            <a:extLst>
              <a:ext uri="{FF2B5EF4-FFF2-40B4-BE49-F238E27FC236}">
                <a16:creationId xmlns:a16="http://schemas.microsoft.com/office/drawing/2014/main" id="{78F291A1-018B-D774-E8B4-EBCC0EB9AED2}"/>
              </a:ext>
            </a:extLst>
          </p:cNvPr>
          <p:cNvSpPr txBox="1"/>
          <p:nvPr/>
        </p:nvSpPr>
        <p:spPr>
          <a:xfrm>
            <a:off x="3257550" y="2190750"/>
            <a:ext cx="7620000" cy="6519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spAutoFit/>
          </a:bodyPr>
          <a:lstStyle>
            <a:lvl1pPr>
              <a:lnSpc>
                <a:spcPct val="120000"/>
              </a:lnSpc>
              <a:defRPr sz="7000">
                <a:latin typeface="+mn-lt"/>
                <a:ea typeface="+mn-ea"/>
                <a:cs typeface="+mn-cs"/>
                <a:sym typeface="Poppins SemiBold"/>
              </a:defRPr>
            </a:lvl1pPr>
          </a:lstStyle>
          <a:p>
            <a:pPr>
              <a:defRPr/>
            </a:pPr>
            <a:r>
              <a:rPr lang="fr-FR" sz="3500" b="1" dirty="0">
                <a:latin typeface="Open Sans Extrabold" panose="020B0606030504020204" pitchFamily="34" charset="0"/>
                <a:ea typeface="Open Sans Extrabold" panose="020B0606030504020204" pitchFamily="34" charset="0"/>
                <a:cs typeface="Open Sans Extrabold" panose="020B0606030504020204" pitchFamily="34" charset="0"/>
              </a:rPr>
              <a:t>C’est quoi un Agent IA ? </a:t>
            </a:r>
            <a:endParaRPr sz="3500" b="1" dirty="0">
              <a:latin typeface="Open Sans Extrabold" panose="020B0606030504020204" pitchFamily="34" charset="0"/>
              <a:ea typeface="Open Sans Extrabold" panose="020B0606030504020204" pitchFamily="34" charset="0"/>
              <a:cs typeface="Open Sans Extrabold" panose="020B0606030504020204" pitchFamily="34" charset="0"/>
            </a:endParaRPr>
          </a:p>
        </p:txBody>
      </p:sp>
      <p:sp>
        <p:nvSpPr>
          <p:cNvPr id="7" name="01">
            <a:extLst>
              <a:ext uri="{FF2B5EF4-FFF2-40B4-BE49-F238E27FC236}">
                <a16:creationId xmlns:a16="http://schemas.microsoft.com/office/drawing/2014/main" id="{056BB5AC-3709-0AC9-0A90-7712B076500C}"/>
              </a:ext>
            </a:extLst>
          </p:cNvPr>
          <p:cNvSpPr txBox="1"/>
          <p:nvPr/>
        </p:nvSpPr>
        <p:spPr>
          <a:xfrm>
            <a:off x="889401" y="3103046"/>
            <a:ext cx="1270001" cy="6519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lgn="ctr">
              <a:lnSpc>
                <a:spcPct val="120000"/>
              </a:lnSpc>
              <a:defRPr sz="7000">
                <a:latin typeface="+mn-lt"/>
                <a:ea typeface="+mn-ea"/>
                <a:cs typeface="+mn-cs"/>
                <a:sym typeface="Poppins SemiBold"/>
              </a:defRPr>
            </a:lvl1pPr>
          </a:lstStyle>
          <a:p>
            <a:pPr>
              <a:defRPr/>
            </a:pPr>
            <a:r>
              <a:rPr sz="3500" b="1" dirty="0">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rPr>
              <a:t>0</a:t>
            </a:r>
            <a:r>
              <a:rPr lang="fr-FR" sz="3500" b="1" dirty="0">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rPr>
              <a:t>2</a:t>
            </a:r>
            <a:endParaRPr sz="3500" b="1" dirty="0">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1916382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a:extLst>
              <a:ext uri="{FF2B5EF4-FFF2-40B4-BE49-F238E27FC236}">
                <a16:creationId xmlns:a16="http://schemas.microsoft.com/office/drawing/2014/main" id="{A1A6B3AC-F6F0-1BE0-8FA6-A6CD760B7654}"/>
              </a:ext>
            </a:extLst>
          </p:cNvPr>
          <p:cNvSpPr/>
          <p:nvPr/>
        </p:nvSpPr>
        <p:spPr>
          <a:xfrm>
            <a:off x="4128117" y="1059873"/>
            <a:ext cx="3888419" cy="5146964"/>
          </a:xfrm>
          <a:prstGeom prst="roundRect">
            <a:avLst>
              <a:gd name="adj" fmla="val 7143"/>
            </a:avLst>
          </a:prstGeom>
          <a:solidFill>
            <a:srgbClr val="FFFFFF"/>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9" name="Graphic 2">
            <a:extLst>
              <a:ext uri="{FF2B5EF4-FFF2-40B4-BE49-F238E27FC236}">
                <a16:creationId xmlns:a16="http://schemas.microsoft.com/office/drawing/2014/main" id="{DF085DB7-C4BB-5857-D594-73311C1034A6}"/>
              </a:ext>
            </a:extLst>
          </p:cNvPr>
          <p:cNvSpPr/>
          <p:nvPr/>
        </p:nvSpPr>
        <p:spPr>
          <a:xfrm>
            <a:off x="6934200" y="2748105"/>
            <a:ext cx="95250" cy="67775"/>
          </a:xfrm>
          <a:custGeom>
            <a:avLst/>
            <a:gdLst/>
            <a:ahLst/>
            <a:cxnLst>
              <a:cxn ang="0">
                <a:pos x="wd2" y="hd2"/>
              </a:cxn>
              <a:cxn ang="5400000">
                <a:pos x="wd2" y="hd2"/>
              </a:cxn>
              <a:cxn ang="10800000">
                <a:pos x="wd2" y="hd2"/>
              </a:cxn>
              <a:cxn ang="16200000">
                <a:pos x="wd2" y="hd2"/>
              </a:cxn>
            </a:cxnLst>
            <a:rect l="0" t="0" r="r" b="b"/>
            <a:pathLst>
              <a:path w="21600" h="21600" extrusionOk="0">
                <a:moveTo>
                  <a:pt x="0" y="12960"/>
                </a:moveTo>
                <a:lnTo>
                  <a:pt x="6171" y="21600"/>
                </a:lnTo>
                <a:lnTo>
                  <a:pt x="21600" y="0"/>
                </a:lnTo>
              </a:path>
            </a:pathLst>
          </a:custGeom>
          <a:ln w="25400" cap="rnd">
            <a:solidFill>
              <a:srgbClr val="FFFFFF"/>
            </a:solidFill>
          </a:ln>
        </p:spPr>
        <p:txBody>
          <a:bodyPr lIns="22860" rIns="22860" anchor="ctr"/>
          <a:lstStyle/>
          <a:p>
            <a:pPr defTabSz="457200">
              <a:lnSpc>
                <a:spcPct val="100000"/>
              </a:lnSpc>
              <a:defRPr sz="1800">
                <a:solidFill>
                  <a:srgbClr val="000000"/>
                </a:solidFill>
                <a:latin typeface="Poppins Regular"/>
                <a:ea typeface="Poppins Regular"/>
                <a:cs typeface="Poppins Regular"/>
                <a:sym typeface="Poppins Regular"/>
              </a:defRPr>
            </a:pPr>
            <a:endParaRPr sz="900">
              <a:solidFill>
                <a:srgbClr val="000000"/>
              </a:solidFill>
              <a:latin typeface="Poppins Regular"/>
              <a:cs typeface="Poppins Regular"/>
              <a:sym typeface="Poppins Regular"/>
            </a:endParaRPr>
          </a:p>
        </p:txBody>
      </p:sp>
      <p:sp>
        <p:nvSpPr>
          <p:cNvPr id="12" name="Graphic 2">
            <a:extLst>
              <a:ext uri="{FF2B5EF4-FFF2-40B4-BE49-F238E27FC236}">
                <a16:creationId xmlns:a16="http://schemas.microsoft.com/office/drawing/2014/main" id="{28616803-119E-58C5-A4F8-9FD395AF3E6A}"/>
              </a:ext>
            </a:extLst>
          </p:cNvPr>
          <p:cNvSpPr/>
          <p:nvPr/>
        </p:nvSpPr>
        <p:spPr>
          <a:xfrm>
            <a:off x="6934200" y="3447081"/>
            <a:ext cx="95250" cy="67776"/>
          </a:xfrm>
          <a:custGeom>
            <a:avLst/>
            <a:gdLst/>
            <a:ahLst/>
            <a:cxnLst>
              <a:cxn ang="0">
                <a:pos x="wd2" y="hd2"/>
              </a:cxn>
              <a:cxn ang="5400000">
                <a:pos x="wd2" y="hd2"/>
              </a:cxn>
              <a:cxn ang="10800000">
                <a:pos x="wd2" y="hd2"/>
              </a:cxn>
              <a:cxn ang="16200000">
                <a:pos x="wd2" y="hd2"/>
              </a:cxn>
            </a:cxnLst>
            <a:rect l="0" t="0" r="r" b="b"/>
            <a:pathLst>
              <a:path w="21600" h="21600" extrusionOk="0">
                <a:moveTo>
                  <a:pt x="0" y="12960"/>
                </a:moveTo>
                <a:lnTo>
                  <a:pt x="6171" y="21600"/>
                </a:lnTo>
                <a:lnTo>
                  <a:pt x="21600" y="0"/>
                </a:lnTo>
              </a:path>
            </a:pathLst>
          </a:custGeom>
          <a:ln w="25400" cap="rnd">
            <a:solidFill>
              <a:srgbClr val="FFFFFF"/>
            </a:solidFill>
          </a:ln>
        </p:spPr>
        <p:txBody>
          <a:bodyPr lIns="22860" rIns="22860" anchor="ctr"/>
          <a:lstStyle/>
          <a:p>
            <a:pPr defTabSz="457200">
              <a:lnSpc>
                <a:spcPct val="100000"/>
              </a:lnSpc>
              <a:defRPr sz="1800">
                <a:solidFill>
                  <a:srgbClr val="000000"/>
                </a:solidFill>
                <a:latin typeface="Poppins Regular"/>
                <a:ea typeface="Poppins Regular"/>
                <a:cs typeface="Poppins Regular"/>
                <a:sym typeface="Poppins Regular"/>
              </a:defRPr>
            </a:pPr>
            <a:endParaRPr sz="900">
              <a:solidFill>
                <a:srgbClr val="000000"/>
              </a:solidFill>
              <a:latin typeface="Poppins Regular"/>
              <a:cs typeface="Poppins Regular"/>
              <a:sym typeface="Poppins Regular"/>
            </a:endParaRPr>
          </a:p>
        </p:txBody>
      </p:sp>
      <p:sp>
        <p:nvSpPr>
          <p:cNvPr id="15" name="Graphic 2">
            <a:extLst>
              <a:ext uri="{FF2B5EF4-FFF2-40B4-BE49-F238E27FC236}">
                <a16:creationId xmlns:a16="http://schemas.microsoft.com/office/drawing/2014/main" id="{EDBAD2A3-0621-021E-DE27-A8727E45C52F}"/>
              </a:ext>
            </a:extLst>
          </p:cNvPr>
          <p:cNvSpPr/>
          <p:nvPr/>
        </p:nvSpPr>
        <p:spPr>
          <a:xfrm>
            <a:off x="6934200" y="4146057"/>
            <a:ext cx="95250" cy="67776"/>
          </a:xfrm>
          <a:custGeom>
            <a:avLst/>
            <a:gdLst/>
            <a:ahLst/>
            <a:cxnLst>
              <a:cxn ang="0">
                <a:pos x="wd2" y="hd2"/>
              </a:cxn>
              <a:cxn ang="5400000">
                <a:pos x="wd2" y="hd2"/>
              </a:cxn>
              <a:cxn ang="10800000">
                <a:pos x="wd2" y="hd2"/>
              </a:cxn>
              <a:cxn ang="16200000">
                <a:pos x="wd2" y="hd2"/>
              </a:cxn>
            </a:cxnLst>
            <a:rect l="0" t="0" r="r" b="b"/>
            <a:pathLst>
              <a:path w="21600" h="21600" extrusionOk="0">
                <a:moveTo>
                  <a:pt x="0" y="12960"/>
                </a:moveTo>
                <a:lnTo>
                  <a:pt x="6171" y="21600"/>
                </a:lnTo>
                <a:lnTo>
                  <a:pt x="21600" y="0"/>
                </a:lnTo>
              </a:path>
            </a:pathLst>
          </a:custGeom>
          <a:ln w="25400" cap="rnd">
            <a:solidFill>
              <a:srgbClr val="FFFFFF"/>
            </a:solidFill>
          </a:ln>
        </p:spPr>
        <p:txBody>
          <a:bodyPr lIns="22860" rIns="22860" anchor="ctr"/>
          <a:lstStyle/>
          <a:p>
            <a:pPr defTabSz="457200">
              <a:lnSpc>
                <a:spcPct val="100000"/>
              </a:lnSpc>
              <a:defRPr sz="1800">
                <a:solidFill>
                  <a:srgbClr val="000000"/>
                </a:solidFill>
                <a:latin typeface="Poppins Regular"/>
                <a:ea typeface="Poppins Regular"/>
                <a:cs typeface="Poppins Regular"/>
                <a:sym typeface="Poppins Regular"/>
              </a:defRPr>
            </a:pPr>
            <a:endParaRPr sz="900">
              <a:solidFill>
                <a:srgbClr val="000000"/>
              </a:solidFill>
              <a:latin typeface="Poppins Regular"/>
              <a:cs typeface="Poppins Regular"/>
              <a:sym typeface="Poppins Regular"/>
            </a:endParaRPr>
          </a:p>
        </p:txBody>
      </p:sp>
      <p:sp>
        <p:nvSpPr>
          <p:cNvPr id="18" name="Graphic 2">
            <a:extLst>
              <a:ext uri="{FF2B5EF4-FFF2-40B4-BE49-F238E27FC236}">
                <a16:creationId xmlns:a16="http://schemas.microsoft.com/office/drawing/2014/main" id="{49727A56-4A57-3DFD-4D77-0FE390CA913C}"/>
              </a:ext>
            </a:extLst>
          </p:cNvPr>
          <p:cNvSpPr/>
          <p:nvPr/>
        </p:nvSpPr>
        <p:spPr>
          <a:xfrm>
            <a:off x="6934200" y="4845034"/>
            <a:ext cx="95250" cy="67775"/>
          </a:xfrm>
          <a:custGeom>
            <a:avLst/>
            <a:gdLst/>
            <a:ahLst/>
            <a:cxnLst>
              <a:cxn ang="0">
                <a:pos x="wd2" y="hd2"/>
              </a:cxn>
              <a:cxn ang="5400000">
                <a:pos x="wd2" y="hd2"/>
              </a:cxn>
              <a:cxn ang="10800000">
                <a:pos x="wd2" y="hd2"/>
              </a:cxn>
              <a:cxn ang="16200000">
                <a:pos x="wd2" y="hd2"/>
              </a:cxn>
            </a:cxnLst>
            <a:rect l="0" t="0" r="r" b="b"/>
            <a:pathLst>
              <a:path w="21600" h="21600" extrusionOk="0">
                <a:moveTo>
                  <a:pt x="0" y="12960"/>
                </a:moveTo>
                <a:lnTo>
                  <a:pt x="6171" y="21600"/>
                </a:lnTo>
                <a:lnTo>
                  <a:pt x="21600" y="0"/>
                </a:lnTo>
              </a:path>
            </a:pathLst>
          </a:custGeom>
          <a:ln w="25400" cap="rnd">
            <a:solidFill>
              <a:srgbClr val="FFFFFF"/>
            </a:solidFill>
          </a:ln>
        </p:spPr>
        <p:txBody>
          <a:bodyPr lIns="22860" rIns="22860" anchor="ctr"/>
          <a:lstStyle/>
          <a:p>
            <a:pPr defTabSz="457200">
              <a:lnSpc>
                <a:spcPct val="100000"/>
              </a:lnSpc>
              <a:defRPr sz="1800">
                <a:solidFill>
                  <a:srgbClr val="000000"/>
                </a:solidFill>
                <a:latin typeface="Poppins Regular"/>
                <a:ea typeface="Poppins Regular"/>
                <a:cs typeface="Poppins Regular"/>
                <a:sym typeface="Poppins Regular"/>
              </a:defRPr>
            </a:pPr>
            <a:endParaRPr sz="900">
              <a:solidFill>
                <a:srgbClr val="000000"/>
              </a:solidFill>
              <a:latin typeface="Poppins Regular"/>
              <a:cs typeface="Poppins Regular"/>
              <a:sym typeface="Poppins Regular"/>
            </a:endParaRPr>
          </a:p>
        </p:txBody>
      </p:sp>
      <p:sp>
        <p:nvSpPr>
          <p:cNvPr id="21" name="Graphic 2">
            <a:extLst>
              <a:ext uri="{FF2B5EF4-FFF2-40B4-BE49-F238E27FC236}">
                <a16:creationId xmlns:a16="http://schemas.microsoft.com/office/drawing/2014/main" id="{CC0D433F-667B-4FBB-12F4-7CD3D2D36A87}"/>
              </a:ext>
            </a:extLst>
          </p:cNvPr>
          <p:cNvSpPr/>
          <p:nvPr/>
        </p:nvSpPr>
        <p:spPr>
          <a:xfrm>
            <a:off x="6934200" y="5544010"/>
            <a:ext cx="95250" cy="67775"/>
          </a:xfrm>
          <a:custGeom>
            <a:avLst/>
            <a:gdLst/>
            <a:ahLst/>
            <a:cxnLst>
              <a:cxn ang="0">
                <a:pos x="wd2" y="hd2"/>
              </a:cxn>
              <a:cxn ang="5400000">
                <a:pos x="wd2" y="hd2"/>
              </a:cxn>
              <a:cxn ang="10800000">
                <a:pos x="wd2" y="hd2"/>
              </a:cxn>
              <a:cxn ang="16200000">
                <a:pos x="wd2" y="hd2"/>
              </a:cxn>
            </a:cxnLst>
            <a:rect l="0" t="0" r="r" b="b"/>
            <a:pathLst>
              <a:path w="21600" h="21600" extrusionOk="0">
                <a:moveTo>
                  <a:pt x="0" y="12960"/>
                </a:moveTo>
                <a:lnTo>
                  <a:pt x="6171" y="21600"/>
                </a:lnTo>
                <a:lnTo>
                  <a:pt x="21600" y="0"/>
                </a:lnTo>
              </a:path>
            </a:pathLst>
          </a:custGeom>
          <a:ln w="25400" cap="rnd">
            <a:solidFill>
              <a:srgbClr val="FFFFFF"/>
            </a:solidFill>
          </a:ln>
        </p:spPr>
        <p:txBody>
          <a:bodyPr lIns="22860" rIns="22860" anchor="ctr"/>
          <a:lstStyle/>
          <a:p>
            <a:pPr defTabSz="457200">
              <a:lnSpc>
                <a:spcPct val="100000"/>
              </a:lnSpc>
              <a:defRPr sz="1800">
                <a:solidFill>
                  <a:srgbClr val="000000"/>
                </a:solidFill>
                <a:latin typeface="Poppins Regular"/>
                <a:ea typeface="Poppins Regular"/>
                <a:cs typeface="Poppins Regular"/>
                <a:sym typeface="Poppins Regular"/>
              </a:defRPr>
            </a:pPr>
            <a:endParaRPr sz="900">
              <a:solidFill>
                <a:srgbClr val="000000"/>
              </a:solidFill>
              <a:latin typeface="Poppins Regular"/>
              <a:cs typeface="Poppins Regular"/>
              <a:sym typeface="Poppins Regular"/>
            </a:endParaRPr>
          </a:p>
        </p:txBody>
      </p:sp>
      <p:sp>
        <p:nvSpPr>
          <p:cNvPr id="22" name="Rounded Rectangle">
            <a:extLst>
              <a:ext uri="{FF2B5EF4-FFF2-40B4-BE49-F238E27FC236}">
                <a16:creationId xmlns:a16="http://schemas.microsoft.com/office/drawing/2014/main" id="{C5360B06-54C1-A727-2B98-8D3211CB3E7B}"/>
              </a:ext>
            </a:extLst>
          </p:cNvPr>
          <p:cNvSpPr/>
          <p:nvPr/>
        </p:nvSpPr>
        <p:spPr>
          <a:xfrm>
            <a:off x="104774" y="1059873"/>
            <a:ext cx="3823936" cy="5146964"/>
          </a:xfrm>
          <a:prstGeom prst="roundRect">
            <a:avLst>
              <a:gd name="adj" fmla="val 7143"/>
            </a:avLst>
          </a:prstGeom>
          <a:solidFill>
            <a:srgbClr val="FFFFFF"/>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24" name="Rounded Rectangle">
            <a:extLst>
              <a:ext uri="{FF2B5EF4-FFF2-40B4-BE49-F238E27FC236}">
                <a16:creationId xmlns:a16="http://schemas.microsoft.com/office/drawing/2014/main" id="{9CC0CE31-ED33-434B-8EE9-EFE94AF977B1}"/>
              </a:ext>
            </a:extLst>
          </p:cNvPr>
          <p:cNvSpPr/>
          <p:nvPr/>
        </p:nvSpPr>
        <p:spPr>
          <a:xfrm>
            <a:off x="8190669" y="1059873"/>
            <a:ext cx="3888419" cy="5146964"/>
          </a:xfrm>
          <a:prstGeom prst="roundRect">
            <a:avLst>
              <a:gd name="adj" fmla="val 7143"/>
            </a:avLst>
          </a:prstGeom>
          <a:solidFill>
            <a:srgbClr val="FFFFFF"/>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25" name="Titre 1">
            <a:extLst>
              <a:ext uri="{FF2B5EF4-FFF2-40B4-BE49-F238E27FC236}">
                <a16:creationId xmlns:a16="http://schemas.microsoft.com/office/drawing/2014/main" id="{E5A80F0A-EE1A-B76A-E389-BD30D484FF02}"/>
              </a:ext>
            </a:extLst>
          </p:cNvPr>
          <p:cNvSpPr>
            <a:spLocks noGrp="1"/>
          </p:cNvSpPr>
          <p:nvPr>
            <p:ph type="title"/>
          </p:nvPr>
        </p:nvSpPr>
        <p:spPr>
          <a:xfrm>
            <a:off x="337983" y="1170000"/>
            <a:ext cx="3357517" cy="1059607"/>
          </a:xfrm>
        </p:spPr>
        <p:txBody>
          <a:bodyPr/>
          <a:lstStyle/>
          <a:p>
            <a:pPr algn="ctr"/>
            <a:r>
              <a:rPr lang="fr-FR" dirty="0">
                <a:solidFill>
                  <a:schemeClr val="tx1"/>
                </a:solidFill>
              </a:rPr>
              <a:t>Architecture standard d’un agent IA mono-Tâche:</a:t>
            </a:r>
          </a:p>
        </p:txBody>
      </p:sp>
      <p:pic>
        <p:nvPicPr>
          <p:cNvPr id="28" name="Image 27" descr="Une image contenant texte, capture d’écran, Police, diagramme&#10;&#10;Description générée automatiquement">
            <a:extLst>
              <a:ext uri="{FF2B5EF4-FFF2-40B4-BE49-F238E27FC236}">
                <a16:creationId xmlns:a16="http://schemas.microsoft.com/office/drawing/2014/main" id="{97C73F16-8245-9DD1-BF4F-D1D4576FEE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912" y="2490653"/>
            <a:ext cx="3677853" cy="2637527"/>
          </a:xfrm>
          <a:prstGeom prst="rect">
            <a:avLst/>
          </a:prstGeom>
        </p:spPr>
      </p:pic>
      <p:sp>
        <p:nvSpPr>
          <p:cNvPr id="36" name="Titre 1">
            <a:extLst>
              <a:ext uri="{FF2B5EF4-FFF2-40B4-BE49-F238E27FC236}">
                <a16:creationId xmlns:a16="http://schemas.microsoft.com/office/drawing/2014/main" id="{407AC004-F957-1932-D564-0F92F46DB03B}"/>
              </a:ext>
            </a:extLst>
          </p:cNvPr>
          <p:cNvSpPr txBox="1">
            <a:spLocks/>
          </p:cNvSpPr>
          <p:nvPr/>
        </p:nvSpPr>
        <p:spPr>
          <a:xfrm>
            <a:off x="4296793" y="1214587"/>
            <a:ext cx="3357517" cy="870689"/>
          </a:xfrm>
          <a:prstGeom prst="rect">
            <a:avLst/>
          </a:prstGeom>
        </p:spPr>
        <p:txBody>
          <a:bodyPr vert="horz" lIns="91440" tIns="45720" rIns="91440" bIns="45720" rtlCol="0" anchor="ctr">
            <a:normAutofit fontScale="92500" lnSpcReduction="10000"/>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rgbClr val="FFFFFF"/>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algn="ctr" hangingPunct="1"/>
            <a:r>
              <a:rPr lang="fr-FR" dirty="0">
                <a:solidFill>
                  <a:schemeClr val="tx1"/>
                </a:solidFill>
              </a:rPr>
              <a:t>Architecture standard d’un agent IA multi-Tâches:</a:t>
            </a:r>
          </a:p>
        </p:txBody>
      </p:sp>
      <p:sp>
        <p:nvSpPr>
          <p:cNvPr id="37" name="Titre 1">
            <a:extLst>
              <a:ext uri="{FF2B5EF4-FFF2-40B4-BE49-F238E27FC236}">
                <a16:creationId xmlns:a16="http://schemas.microsoft.com/office/drawing/2014/main" id="{0BF6B476-0057-EC16-41F5-85F6FB8C0C85}"/>
              </a:ext>
            </a:extLst>
          </p:cNvPr>
          <p:cNvSpPr txBox="1">
            <a:spLocks/>
          </p:cNvSpPr>
          <p:nvPr/>
        </p:nvSpPr>
        <p:spPr>
          <a:xfrm>
            <a:off x="8346490" y="1264458"/>
            <a:ext cx="3357517" cy="870689"/>
          </a:xfrm>
          <a:prstGeom prst="rect">
            <a:avLst/>
          </a:prstGeom>
        </p:spPr>
        <p:txBody>
          <a:bodyPr vert="horz" lIns="91440" tIns="45720" rIns="91440" bIns="45720" rtlCol="0" anchor="ctr">
            <a:normAutofit fontScale="92500" lnSpcReduction="10000"/>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rgbClr val="FFFFFF"/>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algn="ctr" hangingPunct="1"/>
            <a:r>
              <a:rPr lang="fr-FR" dirty="0">
                <a:solidFill>
                  <a:schemeClr val="tx1"/>
                </a:solidFill>
              </a:rPr>
              <a:t>Architecture standard d’un workflow multi-agents :</a:t>
            </a:r>
          </a:p>
        </p:txBody>
      </p:sp>
      <p:pic>
        <p:nvPicPr>
          <p:cNvPr id="14" name="Image 13" descr="Une image contenant texte, capture d’écran, Police, ligne&#10;&#10;Description générée automatiquement">
            <a:extLst>
              <a:ext uri="{FF2B5EF4-FFF2-40B4-BE49-F238E27FC236}">
                <a16:creationId xmlns:a16="http://schemas.microsoft.com/office/drawing/2014/main" id="{3A937B25-E855-B6F6-CC74-CAE621288F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5377" y="2229608"/>
            <a:ext cx="3791849" cy="3816085"/>
          </a:xfrm>
          <a:prstGeom prst="rect">
            <a:avLst/>
          </a:prstGeom>
        </p:spPr>
      </p:pic>
      <p:sp>
        <p:nvSpPr>
          <p:cNvPr id="16" name="Titre 7">
            <a:extLst>
              <a:ext uri="{FF2B5EF4-FFF2-40B4-BE49-F238E27FC236}">
                <a16:creationId xmlns:a16="http://schemas.microsoft.com/office/drawing/2014/main" id="{4A7CA7A6-B601-12EF-69EE-E1F8218B62A5}"/>
              </a:ext>
            </a:extLst>
          </p:cNvPr>
          <p:cNvSpPr txBox="1">
            <a:spLocks/>
          </p:cNvSpPr>
          <p:nvPr/>
        </p:nvSpPr>
        <p:spPr>
          <a:xfrm>
            <a:off x="2429099" y="144198"/>
            <a:ext cx="7286454" cy="1059607"/>
          </a:xfrm>
          <a:prstGeom prst="rect">
            <a:avLst/>
          </a:prstGeom>
        </p:spPr>
        <p:txBody>
          <a:bodyPr vert="horz" lIns="91440" tIns="45720" rIns="91440" bIns="45720" rtlCol="0" anchor="ctr">
            <a:normAutofit/>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rgbClr val="FFFFFF"/>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hangingPunct="1"/>
            <a:r>
              <a:rPr lang="fr-FR" dirty="0"/>
              <a:t>Architectures d'agents IA :</a:t>
            </a:r>
            <a:endParaRPr lang="en-US" dirty="0"/>
          </a:p>
        </p:txBody>
      </p:sp>
      <mc:AlternateContent xmlns:mc="http://schemas.openxmlformats.org/markup-compatibility/2006" xmlns:pslz="http://schemas.microsoft.com/office/powerpoint/2016/slidezoom">
        <mc:Choice Requires="pslz">
          <p:graphicFrame>
            <p:nvGraphicFramePr>
              <p:cNvPr id="7" name="Zoom de diapositive 6">
                <a:extLst>
                  <a:ext uri="{FF2B5EF4-FFF2-40B4-BE49-F238E27FC236}">
                    <a16:creationId xmlns:a16="http://schemas.microsoft.com/office/drawing/2014/main" id="{4ABE22E8-AC59-241F-140A-606C4AFB8FDC}"/>
                  </a:ext>
                </a:extLst>
              </p:cNvPr>
              <p:cNvGraphicFramePr>
                <a:graphicFrameLocks noChangeAspect="1"/>
              </p:cNvGraphicFramePr>
              <p:nvPr>
                <p:extLst>
                  <p:ext uri="{D42A27DB-BD31-4B8C-83A1-F6EECF244321}">
                    <p14:modId xmlns:p14="http://schemas.microsoft.com/office/powerpoint/2010/main" val="1766846860"/>
                  </p:ext>
                </p:extLst>
              </p:nvPr>
            </p:nvGraphicFramePr>
            <p:xfrm>
              <a:off x="4296793" y="2229606"/>
              <a:ext cx="3492429" cy="2898573"/>
            </p:xfrm>
            <a:graphic>
              <a:graphicData uri="http://schemas.microsoft.com/office/powerpoint/2016/slidezoom">
                <pslz:sldZm>
                  <pslz:sldZmObj sldId="2147472383" cId="1623563333">
                    <pslz:zmPr id="{5E8860F1-EA6C-4F95-9636-4C37A6A77ADA}" returnToParent="0" transitionDur="1000">
                      <p166:blipFill xmlns:p166="http://schemas.microsoft.com/office/powerpoint/2016/6/main">
                        <a:blip r:embed="rId4"/>
                        <a:stretch>
                          <a:fillRect/>
                        </a:stretch>
                      </p166:blipFill>
                      <p166:spPr xmlns:p166="http://schemas.microsoft.com/office/powerpoint/2016/6/main">
                        <a:xfrm>
                          <a:off x="0" y="0"/>
                          <a:ext cx="3492429" cy="2898573"/>
                        </a:xfrm>
                        <a:prstGeom prst="rect">
                          <a:avLst/>
                        </a:prstGeom>
                        <a:ln w="3175">
                          <a:solidFill>
                            <a:prstClr val="ltGray"/>
                          </a:solidFill>
                        </a:ln>
                      </p166:spPr>
                    </pslz:zmPr>
                  </pslz:sldZmObj>
                </pslz:sldZm>
              </a:graphicData>
            </a:graphic>
          </p:graphicFrame>
        </mc:Choice>
        <mc:Fallback xmlns="">
          <p:pic>
            <p:nvPicPr>
              <p:cNvPr id="7" name="Zoom de diapositive 6">
                <a:extLst>
                  <a:ext uri="{FF2B5EF4-FFF2-40B4-BE49-F238E27FC236}">
                    <a16:creationId xmlns:a16="http://schemas.microsoft.com/office/drawing/2014/main" id="{4ABE22E8-AC59-241F-140A-606C4AFB8FDC}"/>
                  </a:ext>
                </a:extLst>
              </p:cNvPr>
              <p:cNvPicPr>
                <a:picLocks noGrp="1" noRot="1" noChangeAspect="1" noMove="1" noResize="1" noEditPoints="1" noAdjustHandles="1" noChangeArrowheads="1" noChangeShapeType="1"/>
              </p:cNvPicPr>
              <p:nvPr/>
            </p:nvPicPr>
            <p:blipFill>
              <a:blip r:embed="rId5"/>
              <a:stretch>
                <a:fillRect/>
              </a:stretch>
            </p:blipFill>
            <p:spPr>
              <a:xfrm>
                <a:off x="4296793" y="2229606"/>
                <a:ext cx="3492429" cy="2898573"/>
              </a:xfrm>
              <a:prstGeom prst="rect">
                <a:avLst/>
              </a:prstGeom>
              <a:ln w="3175">
                <a:solidFill>
                  <a:prstClr val="ltGray"/>
                </a:solidFill>
              </a:ln>
            </p:spPr>
          </p:pic>
        </mc:Fallback>
      </mc:AlternateContent>
    </p:spTree>
    <p:extLst>
      <p:ext uri="{BB962C8B-B14F-4D97-AF65-F5344CB8AC3E}">
        <p14:creationId xmlns:p14="http://schemas.microsoft.com/office/powerpoint/2010/main" val="310194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349DC9-C985-C2AE-FD40-3F31CA0120D7}"/>
              </a:ext>
            </a:extLst>
          </p:cNvPr>
          <p:cNvSpPr/>
          <p:nvPr/>
        </p:nvSpPr>
        <p:spPr>
          <a:xfrm>
            <a:off x="1050203" y="1077362"/>
            <a:ext cx="7206557" cy="841972"/>
          </a:xfrm>
          <a:prstGeom prst="rect">
            <a:avLst/>
          </a:prstGeom>
          <a:ln/>
        </p:spPr>
        <p:style>
          <a:lnRef idx="2">
            <a:schemeClr val="accent3"/>
          </a:lnRef>
          <a:fillRef idx="1">
            <a:schemeClr val="lt1"/>
          </a:fillRef>
          <a:effectRef idx="0">
            <a:schemeClr val="accent3"/>
          </a:effectRef>
          <a:fontRef idx="minor">
            <a:schemeClr val="dk1"/>
          </a:fontRef>
        </p:style>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endParaRPr kumimoji="0" lang="fr-FR" sz="3200" b="1" u="none" strike="noStrike" kern="0" cap="none" spc="0" normalizeH="0" baseline="0" noProof="0" dirty="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4" name="Rectangle : coins arrondis 3">
            <a:extLst>
              <a:ext uri="{FF2B5EF4-FFF2-40B4-BE49-F238E27FC236}">
                <a16:creationId xmlns:a16="http://schemas.microsoft.com/office/drawing/2014/main" id="{39D40C18-4779-E108-4595-3A0EAD865109}"/>
              </a:ext>
            </a:extLst>
          </p:cNvPr>
          <p:cNvSpPr/>
          <p:nvPr/>
        </p:nvSpPr>
        <p:spPr>
          <a:xfrm>
            <a:off x="380246" y="3311303"/>
            <a:ext cx="1720159" cy="959668"/>
          </a:xfrm>
          <a:prstGeom prst="roundRect">
            <a:avLst/>
          </a:prstGeom>
          <a:ln>
            <a:solidFill>
              <a:schemeClr val="bg2">
                <a:lumMod val="90000"/>
              </a:schemeClr>
            </a:solidFill>
          </a:ln>
        </p:spPr>
        <p:style>
          <a:lnRef idx="2">
            <a:schemeClr val="accent2"/>
          </a:lnRef>
          <a:fillRef idx="1">
            <a:schemeClr val="lt1"/>
          </a:fillRef>
          <a:effectRef idx="0">
            <a:schemeClr val="accent2"/>
          </a:effectRef>
          <a:fontRef idx="minor">
            <a:schemeClr val="dk1"/>
          </a:fontRef>
        </p:style>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r>
              <a:rPr kumimoji="0" lang="fr-FR" sz="160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INPUT</a:t>
            </a:r>
          </a:p>
          <a:p>
            <a:pPr marL="0" marR="0" indent="0" defTabSz="825500" rtl="0" eaLnBrk="1" fontAlgn="auto" latinLnBrk="0" hangingPunct="0">
              <a:lnSpc>
                <a:spcPct val="100000"/>
              </a:lnSpc>
              <a:spcBef>
                <a:spcPts val="0"/>
              </a:spcBef>
              <a:spcAft>
                <a:spcPts val="0"/>
              </a:spcAft>
              <a:buClrTx/>
              <a:buSzTx/>
              <a:buFontTx/>
              <a:buNone/>
              <a:tabLst/>
            </a:pPr>
            <a:endPar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endParaRPr lang="fr-FR" sz="800" b="1"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endPar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r>
              <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Une requête: des instructions</a:t>
            </a:r>
            <a:endParaRPr kumimoji="0" lang="fr-FR" sz="700" b="1" u="none" strike="noStrike" kern="0" cap="none" spc="0" normalizeH="0" baseline="0" noProof="0" dirty="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5" name="Organigramme : Terminateur 4">
            <a:extLst>
              <a:ext uri="{FF2B5EF4-FFF2-40B4-BE49-F238E27FC236}">
                <a16:creationId xmlns:a16="http://schemas.microsoft.com/office/drawing/2014/main" id="{D8FC86FC-D9C8-BE7A-8861-174D1E0F013D}"/>
              </a:ext>
            </a:extLst>
          </p:cNvPr>
          <p:cNvSpPr/>
          <p:nvPr/>
        </p:nvSpPr>
        <p:spPr>
          <a:xfrm>
            <a:off x="3105338" y="2548549"/>
            <a:ext cx="4725909" cy="2485177"/>
          </a:xfrm>
          <a:prstGeom prst="flowChartTerminator">
            <a:avLst/>
          </a:prstGeom>
          <a:ln/>
        </p:spPr>
        <p:style>
          <a:lnRef idx="1">
            <a:schemeClr val="dk1"/>
          </a:lnRef>
          <a:fillRef idx="2">
            <a:schemeClr val="dk1"/>
          </a:fillRef>
          <a:effectRef idx="1">
            <a:schemeClr val="dk1"/>
          </a:effectRef>
          <a:fontRef idx="minor">
            <a:schemeClr val="dk1"/>
          </a:fontRef>
        </p:style>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endParaRPr kumimoji="0" lang="fr-FR" sz="3200" b="1" u="none" strike="noStrike" kern="0" cap="none" spc="0" normalizeH="0" baseline="0" noProof="0" dirty="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11" name="Flèche : droite 10">
            <a:extLst>
              <a:ext uri="{FF2B5EF4-FFF2-40B4-BE49-F238E27FC236}">
                <a16:creationId xmlns:a16="http://schemas.microsoft.com/office/drawing/2014/main" id="{A3619BCA-476F-B010-4829-ACCF207D24B5}"/>
              </a:ext>
            </a:extLst>
          </p:cNvPr>
          <p:cNvSpPr/>
          <p:nvPr/>
        </p:nvSpPr>
        <p:spPr>
          <a:xfrm>
            <a:off x="2113667" y="3548821"/>
            <a:ext cx="978408" cy="484632"/>
          </a:xfrm>
          <a:prstGeom prst="rightArrow">
            <a:avLst/>
          </a:prstGeom>
          <a:solidFill>
            <a:schemeClr val="bg1">
              <a:lumMod val="75000"/>
            </a:schemeClr>
          </a:solidFill>
          <a:ln w="12700">
            <a:miter lim="400000"/>
          </a:ln>
        </p:spPr>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endParaRPr kumimoji="0" lang="fr-FR" sz="3200" b="1" u="none" strike="noStrike" kern="0" cap="none" spc="0" normalizeH="0" baseline="0" noProof="0" dirty="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13" name="Rectangle : coins arrondis 12">
            <a:extLst>
              <a:ext uri="{FF2B5EF4-FFF2-40B4-BE49-F238E27FC236}">
                <a16:creationId xmlns:a16="http://schemas.microsoft.com/office/drawing/2014/main" id="{456B2BF9-EA5C-7388-CB09-BF6C5303426E}"/>
              </a:ext>
            </a:extLst>
          </p:cNvPr>
          <p:cNvSpPr/>
          <p:nvPr/>
        </p:nvSpPr>
        <p:spPr>
          <a:xfrm>
            <a:off x="9051957" y="2351635"/>
            <a:ext cx="1720159" cy="959668"/>
          </a:xfrm>
          <a:prstGeom prst="roundRect">
            <a:avLst/>
          </a:prstGeom>
          <a:ln>
            <a:solidFill>
              <a:schemeClr val="tx2">
                <a:lumMod val="50000"/>
              </a:schemeClr>
            </a:solidFill>
          </a:ln>
        </p:spPr>
        <p:style>
          <a:lnRef idx="2">
            <a:schemeClr val="accent2"/>
          </a:lnRef>
          <a:fillRef idx="1">
            <a:schemeClr val="lt1"/>
          </a:fillRef>
          <a:effectRef idx="0">
            <a:schemeClr val="accent2"/>
          </a:effectRef>
          <a:fontRef idx="minor">
            <a:schemeClr val="dk1"/>
          </a:fontRef>
        </p:style>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r>
              <a:rPr lang="fr-FR" sz="160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OUT</a:t>
            </a:r>
            <a:r>
              <a:rPr kumimoji="0" lang="fr-FR" sz="160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PUT 1</a:t>
            </a:r>
          </a:p>
          <a:p>
            <a:pPr marL="0" marR="0" indent="0" defTabSz="825500" rtl="0" eaLnBrk="1" fontAlgn="auto" latinLnBrk="0" hangingPunct="0">
              <a:lnSpc>
                <a:spcPct val="100000"/>
              </a:lnSpc>
              <a:spcBef>
                <a:spcPts val="0"/>
              </a:spcBef>
              <a:spcAft>
                <a:spcPts val="0"/>
              </a:spcAft>
              <a:buClrTx/>
              <a:buSzTx/>
              <a:buFontTx/>
              <a:buNone/>
              <a:tabLst/>
            </a:pPr>
            <a:endPar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endParaRPr lang="fr-FR" sz="800" b="1"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endPar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r>
              <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Des actions/ des réponses</a:t>
            </a:r>
            <a:endParaRPr kumimoji="0" lang="fr-FR" sz="700" b="1" u="none" strike="noStrike" kern="0" cap="none" spc="0" normalizeH="0" baseline="0" noProof="0" dirty="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16" name="Rectangle : coins arrondis 15">
            <a:extLst>
              <a:ext uri="{FF2B5EF4-FFF2-40B4-BE49-F238E27FC236}">
                <a16:creationId xmlns:a16="http://schemas.microsoft.com/office/drawing/2014/main" id="{3AACBD3E-601E-84FC-ACB8-8EDA6AB96843}"/>
              </a:ext>
            </a:extLst>
          </p:cNvPr>
          <p:cNvSpPr/>
          <p:nvPr/>
        </p:nvSpPr>
        <p:spPr>
          <a:xfrm>
            <a:off x="9051956" y="3553619"/>
            <a:ext cx="1720159" cy="959668"/>
          </a:xfrm>
          <a:prstGeom prst="roundRect">
            <a:avLst/>
          </a:prstGeom>
          <a:ln>
            <a:solidFill>
              <a:schemeClr val="tx2">
                <a:lumMod val="50000"/>
              </a:schemeClr>
            </a:solidFill>
          </a:ln>
        </p:spPr>
        <p:style>
          <a:lnRef idx="2">
            <a:schemeClr val="accent2"/>
          </a:lnRef>
          <a:fillRef idx="1">
            <a:schemeClr val="lt1"/>
          </a:fillRef>
          <a:effectRef idx="0">
            <a:schemeClr val="accent2"/>
          </a:effectRef>
          <a:fontRef idx="minor">
            <a:schemeClr val="dk1"/>
          </a:fontRef>
        </p:style>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r>
              <a:rPr lang="fr-FR" sz="160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OUT</a:t>
            </a:r>
            <a:r>
              <a:rPr kumimoji="0" lang="fr-FR" sz="160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PUT 2</a:t>
            </a:r>
          </a:p>
          <a:p>
            <a:pPr marL="0" marR="0" indent="0" defTabSz="825500" rtl="0" eaLnBrk="1" fontAlgn="auto" latinLnBrk="0" hangingPunct="0">
              <a:lnSpc>
                <a:spcPct val="100000"/>
              </a:lnSpc>
              <a:spcBef>
                <a:spcPts val="0"/>
              </a:spcBef>
              <a:spcAft>
                <a:spcPts val="0"/>
              </a:spcAft>
              <a:buClrTx/>
              <a:buSzTx/>
              <a:buFontTx/>
              <a:buNone/>
              <a:tabLst/>
            </a:pPr>
            <a:endPar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endParaRPr lang="fr-FR" sz="800" b="1"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endPar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r>
              <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Des actions/ des réponses</a:t>
            </a:r>
            <a:endParaRPr kumimoji="0" lang="fr-FR" sz="700" b="1" u="none" strike="noStrike" kern="0" cap="none" spc="0" normalizeH="0" baseline="0" noProof="0" dirty="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17" name="Rectangle : coins arrondis 16">
            <a:extLst>
              <a:ext uri="{FF2B5EF4-FFF2-40B4-BE49-F238E27FC236}">
                <a16:creationId xmlns:a16="http://schemas.microsoft.com/office/drawing/2014/main" id="{8F885805-2B11-7B40-B0BC-38009ED28B12}"/>
              </a:ext>
            </a:extLst>
          </p:cNvPr>
          <p:cNvSpPr/>
          <p:nvPr/>
        </p:nvSpPr>
        <p:spPr>
          <a:xfrm>
            <a:off x="9051956" y="4807659"/>
            <a:ext cx="1720159" cy="959668"/>
          </a:xfrm>
          <a:prstGeom prst="roundRect">
            <a:avLst/>
          </a:prstGeom>
          <a:ln>
            <a:solidFill>
              <a:schemeClr val="tx2">
                <a:lumMod val="50000"/>
              </a:schemeClr>
            </a:solidFill>
          </a:ln>
        </p:spPr>
        <p:style>
          <a:lnRef idx="2">
            <a:schemeClr val="accent2"/>
          </a:lnRef>
          <a:fillRef idx="1">
            <a:schemeClr val="lt1"/>
          </a:fillRef>
          <a:effectRef idx="0">
            <a:schemeClr val="accent2"/>
          </a:effectRef>
          <a:fontRef idx="minor">
            <a:schemeClr val="dk1"/>
          </a:fontRef>
        </p:style>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r>
              <a:rPr lang="fr-FR" sz="160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OUT</a:t>
            </a:r>
            <a:r>
              <a:rPr kumimoji="0" lang="fr-FR" sz="160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PUT n</a:t>
            </a:r>
          </a:p>
          <a:p>
            <a:pPr marL="0" marR="0" indent="0" defTabSz="825500" rtl="0" eaLnBrk="1" fontAlgn="auto" latinLnBrk="0" hangingPunct="0">
              <a:lnSpc>
                <a:spcPct val="100000"/>
              </a:lnSpc>
              <a:spcBef>
                <a:spcPts val="0"/>
              </a:spcBef>
              <a:spcAft>
                <a:spcPts val="0"/>
              </a:spcAft>
              <a:buClrTx/>
              <a:buSzTx/>
              <a:buFontTx/>
              <a:buNone/>
              <a:tabLst/>
            </a:pPr>
            <a:endPar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endParaRPr lang="fr-FR" sz="800" b="1"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endPar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a:p>
            <a:pPr marL="0" marR="0" indent="0" defTabSz="825500" rtl="0" eaLnBrk="1" fontAlgn="auto" latinLnBrk="0" hangingPunct="0">
              <a:lnSpc>
                <a:spcPct val="100000"/>
              </a:lnSpc>
              <a:spcBef>
                <a:spcPts val="0"/>
              </a:spcBef>
              <a:spcAft>
                <a:spcPts val="0"/>
              </a:spcAft>
              <a:buClrTx/>
              <a:buSzTx/>
              <a:buFontTx/>
              <a:buNone/>
              <a:tabLst/>
            </a:pPr>
            <a:r>
              <a:rPr lang="fr-FR" sz="800" b="1" cap="none" spc="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Des actions/ des réponses</a:t>
            </a:r>
            <a:endParaRPr kumimoji="0" lang="fr-FR" sz="700" b="1" u="none" strike="noStrike" kern="0" cap="none" spc="0" normalizeH="0" baseline="0" noProof="0" dirty="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cxnSp>
        <p:nvCxnSpPr>
          <p:cNvPr id="20" name="Connecteur droit avec flèche 19">
            <a:extLst>
              <a:ext uri="{FF2B5EF4-FFF2-40B4-BE49-F238E27FC236}">
                <a16:creationId xmlns:a16="http://schemas.microsoft.com/office/drawing/2014/main" id="{4376E054-55EA-8197-D40A-410BAF518619}"/>
              </a:ext>
            </a:extLst>
          </p:cNvPr>
          <p:cNvCxnSpPr>
            <a:stCxn id="5" idx="3"/>
            <a:endCxn id="13" idx="1"/>
          </p:cNvCxnSpPr>
          <p:nvPr/>
        </p:nvCxnSpPr>
        <p:spPr>
          <a:xfrm flipV="1">
            <a:off x="7831247" y="2831469"/>
            <a:ext cx="1220710" cy="959669"/>
          </a:xfrm>
          <a:prstGeom prst="straightConnector1">
            <a:avLst/>
          </a:prstGeom>
          <a:noFill/>
          <a:ln w="25400" cap="flat">
            <a:solidFill>
              <a:schemeClr val="tx2">
                <a:lumMod val="25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1" name="Connecteur droit avec flèche 20">
            <a:extLst>
              <a:ext uri="{FF2B5EF4-FFF2-40B4-BE49-F238E27FC236}">
                <a16:creationId xmlns:a16="http://schemas.microsoft.com/office/drawing/2014/main" id="{4CFFE5A4-05E4-63AC-B53C-67A49FBD051A}"/>
              </a:ext>
            </a:extLst>
          </p:cNvPr>
          <p:cNvCxnSpPr>
            <a:cxnSpLocks/>
            <a:stCxn id="5" idx="3"/>
            <a:endCxn id="16" idx="1"/>
          </p:cNvCxnSpPr>
          <p:nvPr/>
        </p:nvCxnSpPr>
        <p:spPr>
          <a:xfrm>
            <a:off x="7831247" y="3791138"/>
            <a:ext cx="1220709" cy="242315"/>
          </a:xfrm>
          <a:prstGeom prst="straightConnector1">
            <a:avLst/>
          </a:prstGeom>
          <a:noFill/>
          <a:ln w="25400" cap="flat">
            <a:solidFill>
              <a:schemeClr val="tx2">
                <a:lumMod val="25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4" name="Connecteur droit avec flèche 23">
            <a:extLst>
              <a:ext uri="{FF2B5EF4-FFF2-40B4-BE49-F238E27FC236}">
                <a16:creationId xmlns:a16="http://schemas.microsoft.com/office/drawing/2014/main" id="{230C8B50-58F0-7F20-7ECB-F25B5938E72D}"/>
              </a:ext>
            </a:extLst>
          </p:cNvPr>
          <p:cNvCxnSpPr>
            <a:cxnSpLocks/>
            <a:endCxn id="17" idx="1"/>
          </p:cNvCxnSpPr>
          <p:nvPr/>
        </p:nvCxnSpPr>
        <p:spPr>
          <a:xfrm>
            <a:off x="7844510" y="3817166"/>
            <a:ext cx="1207446" cy="1470327"/>
          </a:xfrm>
          <a:prstGeom prst="straightConnector1">
            <a:avLst/>
          </a:prstGeom>
          <a:noFill/>
          <a:ln w="25400" cap="flat">
            <a:solidFill>
              <a:schemeClr val="tx2">
                <a:lumMod val="25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7" name="Ellipse 26">
            <a:extLst>
              <a:ext uri="{FF2B5EF4-FFF2-40B4-BE49-F238E27FC236}">
                <a16:creationId xmlns:a16="http://schemas.microsoft.com/office/drawing/2014/main" id="{A302C40E-FF36-0EDB-3E9B-79CC27B6F5FF}"/>
              </a:ext>
            </a:extLst>
          </p:cNvPr>
          <p:cNvSpPr/>
          <p:nvPr/>
        </p:nvSpPr>
        <p:spPr>
          <a:xfrm>
            <a:off x="3349781" y="3428999"/>
            <a:ext cx="1213481" cy="841972"/>
          </a:xfrm>
          <a:prstGeom prst="ellipse">
            <a:avLst/>
          </a:prstGeom>
          <a:ln/>
        </p:spPr>
        <p:style>
          <a:lnRef idx="1">
            <a:schemeClr val="accent1"/>
          </a:lnRef>
          <a:fillRef idx="2">
            <a:schemeClr val="accent1"/>
          </a:fillRef>
          <a:effectRef idx="1">
            <a:schemeClr val="accent1"/>
          </a:effectRef>
          <a:fontRef idx="minor">
            <a:schemeClr val="dk1"/>
          </a:fontRef>
        </p:style>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r>
              <a:rPr kumimoji="0" lang="fr-FR" sz="100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News Gothic MT" panose="020B0504020203020204" pitchFamily="34" charset="0"/>
                <a:ea typeface="Open Sans ExtraBold" panose="020B0606030504020204" pitchFamily="34" charset="0"/>
                <a:cs typeface="Open Sans ExtraBold" panose="020B0606030504020204" pitchFamily="34" charset="0"/>
                <a:sym typeface="Poppins Bold"/>
              </a:rPr>
              <a:t>Cerveau de notre Agent IA : </a:t>
            </a:r>
            <a:r>
              <a:rPr kumimoji="0" lang="fr-FR" sz="1000" b="1"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LLM</a:t>
            </a:r>
          </a:p>
        </p:txBody>
      </p:sp>
      <p:sp>
        <p:nvSpPr>
          <p:cNvPr id="30" name="ZoneTexte 29">
            <a:extLst>
              <a:ext uri="{FF2B5EF4-FFF2-40B4-BE49-F238E27FC236}">
                <a16:creationId xmlns:a16="http://schemas.microsoft.com/office/drawing/2014/main" id="{CBB5F92A-3B88-D5DE-C1CA-1F60DDB9A75C}"/>
              </a:ext>
            </a:extLst>
          </p:cNvPr>
          <p:cNvSpPr txBox="1"/>
          <p:nvPr/>
        </p:nvSpPr>
        <p:spPr>
          <a:xfrm>
            <a:off x="4563263" y="2498115"/>
            <a:ext cx="154782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lang="fr-FR" sz="1600" dirty="0">
                <a:ln w="0"/>
                <a:solidFill>
                  <a:schemeClr val="tx1"/>
                </a:solidFill>
                <a:effectLst>
                  <a:outerShdw blurRad="38100" dist="19050" dir="2700000" algn="tl" rotWithShape="0">
                    <a:schemeClr val="dk1">
                      <a:alpha val="40000"/>
                    </a:schemeClr>
                  </a:outerShdw>
                </a:effectLst>
                <a:latin typeface="Open Sans ExtraBold" panose="020B0606030504020204" pitchFamily="34" charset="0"/>
                <a:ea typeface="Open Sans ExtraBold" panose="020B0606030504020204" pitchFamily="34" charset="0"/>
                <a:cs typeface="Open Sans ExtraBold" panose="020B0606030504020204" pitchFamily="34" charset="0"/>
              </a:rPr>
              <a:t>Boite noire</a:t>
            </a:r>
          </a:p>
        </p:txBody>
      </p:sp>
      <p:cxnSp>
        <p:nvCxnSpPr>
          <p:cNvPr id="32" name="Connecteur droit avec flèche 31">
            <a:extLst>
              <a:ext uri="{FF2B5EF4-FFF2-40B4-BE49-F238E27FC236}">
                <a16:creationId xmlns:a16="http://schemas.microsoft.com/office/drawing/2014/main" id="{A6F514C9-26EC-E57F-31F9-656BC88E24DB}"/>
              </a:ext>
            </a:extLst>
          </p:cNvPr>
          <p:cNvCxnSpPr>
            <a:cxnSpLocks/>
            <a:endCxn id="30" idx="0"/>
          </p:cNvCxnSpPr>
          <p:nvPr/>
        </p:nvCxnSpPr>
        <p:spPr>
          <a:xfrm>
            <a:off x="5337176" y="1982709"/>
            <a:ext cx="0" cy="515406"/>
          </a:xfrm>
          <a:prstGeom prst="straightConnector1">
            <a:avLst/>
          </a:prstGeom>
          <a:noFill/>
          <a:ln w="25400" cap="flat">
            <a:solidFill>
              <a:srgbClr val="0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pic>
        <p:nvPicPr>
          <p:cNvPr id="35" name="Image 34">
            <a:extLst>
              <a:ext uri="{FF2B5EF4-FFF2-40B4-BE49-F238E27FC236}">
                <a16:creationId xmlns:a16="http://schemas.microsoft.com/office/drawing/2014/main" id="{467C8CB6-C2AA-811F-6F54-39844D9549DC}"/>
              </a:ext>
            </a:extLst>
          </p:cNvPr>
          <p:cNvPicPr>
            <a:picLocks noChangeAspect="1"/>
          </p:cNvPicPr>
          <p:nvPr/>
        </p:nvPicPr>
        <p:blipFill>
          <a:blip r:embed="rId2" cstate="print">
            <a:alphaModFix/>
            <a:extLst>
              <a:ext uri="{BEBA8EAE-BF5A-486C-A8C5-ECC9F3942E4B}">
                <a14:imgProps xmlns:a14="http://schemas.microsoft.com/office/drawing/2010/main">
                  <a14:imgLayer r:embed="rId3">
                    <a14:imgEffect>
                      <a14:backgroundRemoval t="10000" b="90000" l="10000" r="90000">
                        <a14:backgroundMark x1="5333" y1="9778" x2="24889" y2="5778"/>
                      </a14:backgroundRemoval>
                    </a14:imgEffect>
                  </a14:imgLayer>
                </a14:imgProps>
              </a:ext>
              <a:ext uri="{28A0092B-C50C-407E-A947-70E740481C1C}">
                <a14:useLocalDpi xmlns:a14="http://schemas.microsoft.com/office/drawing/2010/main" val="0"/>
              </a:ext>
            </a:extLst>
          </a:blip>
          <a:srcRect/>
          <a:stretch/>
        </p:blipFill>
        <p:spPr>
          <a:xfrm>
            <a:off x="1376375" y="1154882"/>
            <a:ext cx="686931" cy="686931"/>
          </a:xfrm>
          <a:prstGeom prst="rect">
            <a:avLst/>
          </a:prstGeom>
        </p:spPr>
      </p:pic>
      <p:pic>
        <p:nvPicPr>
          <p:cNvPr id="37" name="Image 36" descr="Une image contenant Graphique, capture d’écran, Bleu électrique, cercle&#10;&#10;Le contenu généré par l’IA peut être incorrect.">
            <a:extLst>
              <a:ext uri="{FF2B5EF4-FFF2-40B4-BE49-F238E27FC236}">
                <a16:creationId xmlns:a16="http://schemas.microsoft.com/office/drawing/2014/main" id="{88D0B94F-9AF4-B159-3C04-F171239619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18406" y="1154882"/>
            <a:ext cx="686931" cy="686931"/>
          </a:xfrm>
          <a:prstGeom prst="rect">
            <a:avLst/>
          </a:prstGeom>
        </p:spPr>
      </p:pic>
      <p:pic>
        <p:nvPicPr>
          <p:cNvPr id="39" name="Image 38" descr="Une image contenant symbole, Graphique, logo, Police&#10;&#10;Le contenu généré par l’IA peut être incorrect.">
            <a:extLst>
              <a:ext uri="{FF2B5EF4-FFF2-40B4-BE49-F238E27FC236}">
                <a16:creationId xmlns:a16="http://schemas.microsoft.com/office/drawing/2014/main" id="{1A330E12-0431-B88F-90C7-EB72CF95B25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89699" y="1154882"/>
            <a:ext cx="705931" cy="686931"/>
          </a:xfrm>
          <a:prstGeom prst="rect">
            <a:avLst/>
          </a:prstGeom>
        </p:spPr>
      </p:pic>
      <p:pic>
        <p:nvPicPr>
          <p:cNvPr id="41" name="Image 40" descr="Une image contenant Police, logo, Graphique, texte&#10;&#10;Le contenu généré par l’IA peut être incorrect.">
            <a:extLst>
              <a:ext uri="{FF2B5EF4-FFF2-40B4-BE49-F238E27FC236}">
                <a16:creationId xmlns:a16="http://schemas.microsoft.com/office/drawing/2014/main" id="{9DF45888-E6B4-4A2B-B5A8-C0E13170F7F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63263" y="1179467"/>
            <a:ext cx="705931" cy="573762"/>
          </a:xfrm>
          <a:prstGeom prst="rect">
            <a:avLst/>
          </a:prstGeom>
        </p:spPr>
      </p:pic>
      <p:pic>
        <p:nvPicPr>
          <p:cNvPr id="43" name="Image 42" descr="Une image contenant texte, Police, logo, Graphique&#10;&#10;Le contenu généré par l’IA peut être incorrect.">
            <a:extLst>
              <a:ext uri="{FF2B5EF4-FFF2-40B4-BE49-F238E27FC236}">
                <a16:creationId xmlns:a16="http://schemas.microsoft.com/office/drawing/2014/main" id="{6A6A84E3-61B9-8111-80D4-C229AE80577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36827" y="1179467"/>
            <a:ext cx="800599" cy="573762"/>
          </a:xfrm>
          <a:prstGeom prst="rect">
            <a:avLst/>
          </a:prstGeom>
        </p:spPr>
      </p:pic>
      <p:pic>
        <p:nvPicPr>
          <p:cNvPr id="45" name="Image 44" descr="Une image contenant jaune, conception&#10;&#10;Le contenu généré par l’IA peut être incorrect.">
            <a:extLst>
              <a:ext uri="{FF2B5EF4-FFF2-40B4-BE49-F238E27FC236}">
                <a16:creationId xmlns:a16="http://schemas.microsoft.com/office/drawing/2014/main" id="{8B004C58-89AA-3F76-0FB8-939F35C3850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667878" y="1179466"/>
            <a:ext cx="1163370" cy="573763"/>
          </a:xfrm>
          <a:prstGeom prst="rect">
            <a:avLst/>
          </a:prstGeom>
        </p:spPr>
      </p:pic>
      <p:sp>
        <p:nvSpPr>
          <p:cNvPr id="46" name="Ellipse 45">
            <a:extLst>
              <a:ext uri="{FF2B5EF4-FFF2-40B4-BE49-F238E27FC236}">
                <a16:creationId xmlns:a16="http://schemas.microsoft.com/office/drawing/2014/main" id="{B76F2274-F541-7D05-A9CA-6BA61CAE6B74}"/>
              </a:ext>
            </a:extLst>
          </p:cNvPr>
          <p:cNvSpPr/>
          <p:nvPr/>
        </p:nvSpPr>
        <p:spPr>
          <a:xfrm>
            <a:off x="4761649" y="3428999"/>
            <a:ext cx="1213481" cy="841972"/>
          </a:xfrm>
          <a:prstGeom prst="ellipse">
            <a:avLst/>
          </a:prstGeom>
          <a:ln/>
        </p:spPr>
        <p:style>
          <a:lnRef idx="1">
            <a:schemeClr val="accent1"/>
          </a:lnRef>
          <a:fillRef idx="2">
            <a:schemeClr val="accent1"/>
          </a:fillRef>
          <a:effectRef idx="1">
            <a:schemeClr val="accent1"/>
          </a:effectRef>
          <a:fontRef idx="minor">
            <a:schemeClr val="dk1"/>
          </a:fontRef>
        </p:style>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r>
              <a:rPr kumimoji="0" lang="fr-FR" sz="100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News Gothic MT" panose="020B0504020203020204" pitchFamily="34" charset="0"/>
                <a:ea typeface="Open Sans ExtraBold" panose="020B0606030504020204" pitchFamily="34" charset="0"/>
                <a:cs typeface="Open Sans ExtraBold" panose="020B0606030504020204" pitchFamily="34" charset="0"/>
                <a:sym typeface="Poppins Bold"/>
              </a:rPr>
              <a:t>Cerveau de notre Agent IA : </a:t>
            </a:r>
            <a:r>
              <a:rPr kumimoji="0" lang="fr-FR" sz="1000" b="1"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LLM</a:t>
            </a:r>
          </a:p>
        </p:txBody>
      </p:sp>
      <p:sp>
        <p:nvSpPr>
          <p:cNvPr id="47" name="Ellipse 46">
            <a:extLst>
              <a:ext uri="{FF2B5EF4-FFF2-40B4-BE49-F238E27FC236}">
                <a16:creationId xmlns:a16="http://schemas.microsoft.com/office/drawing/2014/main" id="{2F8E4F8F-DD0E-C501-A640-76C4D29CFCE1}"/>
              </a:ext>
            </a:extLst>
          </p:cNvPr>
          <p:cNvSpPr/>
          <p:nvPr/>
        </p:nvSpPr>
        <p:spPr>
          <a:xfrm>
            <a:off x="6283421" y="3428999"/>
            <a:ext cx="1213481" cy="841972"/>
          </a:xfrm>
          <a:prstGeom prst="ellipse">
            <a:avLst/>
          </a:prstGeom>
          <a:ln/>
        </p:spPr>
        <p:style>
          <a:lnRef idx="1">
            <a:schemeClr val="accent1"/>
          </a:lnRef>
          <a:fillRef idx="2">
            <a:schemeClr val="accent1"/>
          </a:fillRef>
          <a:effectRef idx="1">
            <a:schemeClr val="accent1"/>
          </a:effectRef>
          <a:fontRef idx="minor">
            <a:schemeClr val="dk1"/>
          </a:fontRef>
        </p:style>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r>
              <a:rPr kumimoji="0" lang="fr-FR" sz="100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News Gothic MT" panose="020B0504020203020204" pitchFamily="34" charset="0"/>
                <a:ea typeface="Open Sans ExtraBold" panose="020B0606030504020204" pitchFamily="34" charset="0"/>
                <a:cs typeface="Open Sans ExtraBold" panose="020B0606030504020204" pitchFamily="34" charset="0"/>
                <a:sym typeface="Poppins Bold"/>
              </a:rPr>
              <a:t>Cerveau de notre Agent IA : </a:t>
            </a:r>
            <a:r>
              <a:rPr kumimoji="0" lang="fr-FR" sz="1000" b="1"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LLM</a:t>
            </a:r>
          </a:p>
        </p:txBody>
      </p:sp>
    </p:spTree>
    <p:extLst>
      <p:ext uri="{BB962C8B-B14F-4D97-AF65-F5344CB8AC3E}">
        <p14:creationId xmlns:p14="http://schemas.microsoft.com/office/powerpoint/2010/main" val="1623563333"/>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D85876-8253-3C84-89EE-E35DFE13A6E9}"/>
              </a:ext>
            </a:extLst>
          </p:cNvPr>
          <p:cNvSpPr>
            <a:spLocks noGrp="1"/>
          </p:cNvSpPr>
          <p:nvPr>
            <p:ph type="title"/>
          </p:nvPr>
        </p:nvSpPr>
        <p:spPr>
          <a:xfrm>
            <a:off x="2274425" y="202559"/>
            <a:ext cx="9079375" cy="1059607"/>
          </a:xfrm>
        </p:spPr>
        <p:txBody>
          <a:bodyPr/>
          <a:lstStyle/>
          <a:p>
            <a:r>
              <a:rPr lang="fr-FR" dirty="0"/>
              <a:t>Comment créer des Agents IA ?</a:t>
            </a:r>
          </a:p>
        </p:txBody>
      </p:sp>
      <p:sp>
        <p:nvSpPr>
          <p:cNvPr id="3" name="Rounded Rectangle">
            <a:extLst>
              <a:ext uri="{FF2B5EF4-FFF2-40B4-BE49-F238E27FC236}">
                <a16:creationId xmlns:a16="http://schemas.microsoft.com/office/drawing/2014/main" id="{03655D38-C786-C2E3-55B1-78FCE09A0872}"/>
              </a:ext>
            </a:extLst>
          </p:cNvPr>
          <p:cNvSpPr/>
          <p:nvPr/>
        </p:nvSpPr>
        <p:spPr>
          <a:xfrm>
            <a:off x="279878" y="1263171"/>
            <a:ext cx="5153255" cy="2298700"/>
          </a:xfrm>
          <a:prstGeom prst="roundRect">
            <a:avLst>
              <a:gd name="adj" fmla="val 11050"/>
            </a:avLst>
          </a:prstGeom>
          <a:solidFill>
            <a:srgbClr val="FFFFFF"/>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4" name="Strategy">
            <a:extLst>
              <a:ext uri="{FF2B5EF4-FFF2-40B4-BE49-F238E27FC236}">
                <a16:creationId xmlns:a16="http://schemas.microsoft.com/office/drawing/2014/main" id="{6EB64894-D7E4-B36E-216E-B74A94290AC4}"/>
              </a:ext>
            </a:extLst>
          </p:cNvPr>
          <p:cNvSpPr txBox="1"/>
          <p:nvPr/>
        </p:nvSpPr>
        <p:spPr>
          <a:xfrm>
            <a:off x="619268" y="1448610"/>
            <a:ext cx="6139601" cy="381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5000">
                <a:latin typeface="+mn-lt"/>
                <a:ea typeface="+mn-ea"/>
                <a:cs typeface="+mn-cs"/>
                <a:sym typeface="Poppins SemiBold"/>
              </a:defRPr>
            </a:lvl1pPr>
          </a:lstStyle>
          <a:p>
            <a:pPr>
              <a:defRPr/>
            </a:pPr>
            <a:r>
              <a:rPr lang="fr-FR" sz="1800" b="1" dirty="0" err="1">
                <a:latin typeface="Open Sans Extrabold" panose="020B0606030504020204" pitchFamily="34" charset="0"/>
                <a:ea typeface="Open Sans Extrabold" panose="020B0606030504020204" pitchFamily="34" charset="0"/>
                <a:cs typeface="Open Sans Extrabold" panose="020B0606030504020204" pitchFamily="34" charset="0"/>
              </a:rPr>
              <a:t>Frameworks</a:t>
            </a:r>
            <a:r>
              <a:rPr lang="fr-FR" sz="1800" b="1" dirty="0">
                <a:latin typeface="Open Sans Extrabold" panose="020B0606030504020204" pitchFamily="34" charset="0"/>
                <a:ea typeface="Open Sans Extrabold" panose="020B0606030504020204" pitchFamily="34" charset="0"/>
                <a:cs typeface="Open Sans Extrabold" panose="020B0606030504020204" pitchFamily="34" charset="0"/>
              </a:rPr>
              <a:t> Spécialisés Agents IA</a:t>
            </a:r>
          </a:p>
        </p:txBody>
      </p:sp>
      <p:sp>
        <p:nvSpPr>
          <p:cNvPr id="5" name="Market &amp; competitors research…">
            <a:extLst>
              <a:ext uri="{FF2B5EF4-FFF2-40B4-BE49-F238E27FC236}">
                <a16:creationId xmlns:a16="http://schemas.microsoft.com/office/drawing/2014/main" id="{AC09C4DD-58C9-375B-A85F-64768CAA3B10}"/>
              </a:ext>
            </a:extLst>
          </p:cNvPr>
          <p:cNvSpPr txBox="1"/>
          <p:nvPr/>
        </p:nvSpPr>
        <p:spPr>
          <a:xfrm>
            <a:off x="655328" y="1902427"/>
            <a:ext cx="4564742" cy="11305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p>
            <a:pPr marL="171450" indent="-171450">
              <a:buFont typeface="Arial" panose="020B0604020202020204" pitchFamily="34" charset="0"/>
              <a:buChar char="•"/>
              <a:defRPr/>
            </a:pPr>
            <a:r>
              <a:rPr lang="fr-FR" b="1" i="0" dirty="0" err="1">
                <a:solidFill>
                  <a:srgbClr val="0F1115"/>
                </a:solidFill>
                <a:effectLst/>
                <a:latin typeface="quote-cjk-patch"/>
              </a:rPr>
              <a:t>LangGraph</a:t>
            </a:r>
            <a:r>
              <a:rPr lang="fr-FR" b="1" i="0" dirty="0">
                <a:solidFill>
                  <a:srgbClr val="0F1115"/>
                </a:solidFill>
                <a:effectLst/>
                <a:latin typeface="quote-cjk-patch"/>
              </a:rPr>
              <a:t> / </a:t>
            </a:r>
            <a:r>
              <a:rPr lang="fr-FR" b="1" i="0" dirty="0" err="1">
                <a:solidFill>
                  <a:srgbClr val="0F1115"/>
                </a:solidFill>
                <a:effectLst/>
                <a:latin typeface="quote-cjk-patch"/>
              </a:rPr>
              <a:t>LangChain</a:t>
            </a:r>
            <a:r>
              <a:rPr lang="fr-FR" b="1" i="0" dirty="0">
                <a:solidFill>
                  <a:srgbClr val="0F1115"/>
                </a:solidFill>
                <a:effectLst/>
                <a:latin typeface="quote-cjk-patch"/>
              </a:rPr>
              <a:t> : </a:t>
            </a:r>
            <a:r>
              <a:rPr lang="fr-FR" sz="1100" i="0" dirty="0">
                <a:solidFill>
                  <a:srgbClr val="0F1115"/>
                </a:solidFill>
                <a:effectLst/>
                <a:latin typeface="quote-cjk-patch"/>
              </a:rPr>
              <a:t>C'est le standard actuel pour construire des agents complexes.</a:t>
            </a:r>
            <a:endParaRPr lang="fr-FR" i="0" dirty="0">
              <a:solidFill>
                <a:srgbClr val="0F1115"/>
              </a:solidFill>
              <a:effectLst/>
              <a:latin typeface="quote-cjk-patch"/>
            </a:endParaRPr>
          </a:p>
          <a:p>
            <a:pPr marL="171450" indent="-171450">
              <a:buFont typeface="Arial" panose="020B0604020202020204" pitchFamily="34" charset="0"/>
              <a:buChar char="•"/>
              <a:defRPr/>
            </a:pPr>
            <a:r>
              <a:rPr lang="fr-FR" b="1" i="0" dirty="0" err="1">
                <a:solidFill>
                  <a:srgbClr val="0F1115"/>
                </a:solidFill>
                <a:effectLst/>
                <a:latin typeface="quote-cjk-patch"/>
              </a:rPr>
              <a:t>AutoGen</a:t>
            </a:r>
            <a:r>
              <a:rPr lang="fr-FR" b="1" i="0" dirty="0">
                <a:solidFill>
                  <a:srgbClr val="0F1115"/>
                </a:solidFill>
                <a:effectLst/>
                <a:latin typeface="quote-cjk-patch"/>
              </a:rPr>
              <a:t> : </a:t>
            </a:r>
            <a:r>
              <a:rPr lang="fr-FR" b="0" i="0" dirty="0">
                <a:solidFill>
                  <a:srgbClr val="0F1115"/>
                </a:solidFill>
                <a:effectLst/>
                <a:latin typeface="quote-cjk-patch"/>
              </a:rPr>
              <a:t>Permet de créer des "équipes" d'agents qui collaborent.</a:t>
            </a:r>
            <a:endParaRPr lang="fr-FR" b="1" dirty="0">
              <a:solidFill>
                <a:srgbClr val="0F1115"/>
              </a:solidFill>
              <a:latin typeface="quote-cjk-patch"/>
              <a:ea typeface="Open Sans Light" panose="020B0306030504020204" pitchFamily="34" charset="0"/>
              <a:cs typeface="Open Sans Light" panose="020B0306030504020204" pitchFamily="34" charset="0"/>
            </a:endParaRPr>
          </a:p>
          <a:p>
            <a:pPr marL="171450" indent="-171450">
              <a:buFont typeface="Arial" panose="020B0604020202020204" pitchFamily="34" charset="0"/>
              <a:buChar char="•"/>
              <a:defRPr/>
            </a:pPr>
            <a:r>
              <a:rPr lang="fr-FR" b="1" i="0" dirty="0" err="1">
                <a:solidFill>
                  <a:srgbClr val="0F1115"/>
                </a:solidFill>
                <a:effectLst/>
                <a:latin typeface="quote-cjk-patch"/>
              </a:rPr>
              <a:t>CrewAI</a:t>
            </a:r>
            <a:r>
              <a:rPr lang="fr-FR" b="1" i="0" dirty="0">
                <a:solidFill>
                  <a:srgbClr val="0F1115"/>
                </a:solidFill>
                <a:effectLst/>
                <a:latin typeface="quote-cjk-patch"/>
              </a:rPr>
              <a:t> : </a:t>
            </a:r>
            <a:r>
              <a:rPr lang="fr-FR" b="0" i="0" dirty="0">
                <a:solidFill>
                  <a:srgbClr val="0F1115"/>
                </a:solidFill>
                <a:effectLst/>
                <a:latin typeface="quote-cjk-patch"/>
              </a:rPr>
              <a:t>Spécialisé pour les workflows collaboratifs entre agents.</a:t>
            </a:r>
            <a:endParaRPr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Rounded Rectangle">
            <a:extLst>
              <a:ext uri="{FF2B5EF4-FFF2-40B4-BE49-F238E27FC236}">
                <a16:creationId xmlns:a16="http://schemas.microsoft.com/office/drawing/2014/main" id="{97C25A34-F7DB-A845-681D-CF58A3E19993}"/>
              </a:ext>
            </a:extLst>
          </p:cNvPr>
          <p:cNvSpPr/>
          <p:nvPr/>
        </p:nvSpPr>
        <p:spPr>
          <a:xfrm>
            <a:off x="6019060" y="1263171"/>
            <a:ext cx="5517612" cy="2298700"/>
          </a:xfrm>
          <a:prstGeom prst="roundRect">
            <a:avLst>
              <a:gd name="adj" fmla="val 11050"/>
            </a:avLst>
          </a:prstGeom>
          <a:solidFill>
            <a:srgbClr val="FFFFFF"/>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7" name="Branding">
            <a:extLst>
              <a:ext uri="{FF2B5EF4-FFF2-40B4-BE49-F238E27FC236}">
                <a16:creationId xmlns:a16="http://schemas.microsoft.com/office/drawing/2014/main" id="{4990EA34-E326-A51B-8120-39F99499EB47}"/>
              </a:ext>
            </a:extLst>
          </p:cNvPr>
          <p:cNvSpPr txBox="1"/>
          <p:nvPr/>
        </p:nvSpPr>
        <p:spPr>
          <a:xfrm>
            <a:off x="6491141" y="1444018"/>
            <a:ext cx="3902800" cy="381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5000">
                <a:latin typeface="+mn-lt"/>
                <a:ea typeface="+mn-ea"/>
                <a:cs typeface="+mn-cs"/>
                <a:sym typeface="Poppins SemiBold"/>
              </a:defRPr>
            </a:lvl1pPr>
          </a:lstStyle>
          <a:p>
            <a:pPr>
              <a:defRPr/>
            </a:pPr>
            <a:r>
              <a:rPr lang="fr-FR" sz="1800" b="1" dirty="0">
                <a:latin typeface="Open Sans Extrabold" panose="020B0606030504020204" pitchFamily="34" charset="0"/>
                <a:ea typeface="Open Sans Extrabold" panose="020B0606030504020204" pitchFamily="34" charset="0"/>
                <a:cs typeface="Open Sans Extrabold" panose="020B0606030504020204" pitchFamily="34" charset="0"/>
              </a:rPr>
              <a:t>Solutions No-Code/Low-Code</a:t>
            </a:r>
          </a:p>
        </p:txBody>
      </p:sp>
      <p:sp>
        <p:nvSpPr>
          <p:cNvPr id="8" name="Brand Strategy  -  Visual Identity…">
            <a:extLst>
              <a:ext uri="{FF2B5EF4-FFF2-40B4-BE49-F238E27FC236}">
                <a16:creationId xmlns:a16="http://schemas.microsoft.com/office/drawing/2014/main" id="{F88AC932-8F66-6BE6-03FC-1BE6C09DECBA}"/>
              </a:ext>
            </a:extLst>
          </p:cNvPr>
          <p:cNvSpPr txBox="1"/>
          <p:nvPr/>
        </p:nvSpPr>
        <p:spPr>
          <a:xfrm>
            <a:off x="6491141" y="1957777"/>
            <a:ext cx="4862659" cy="14067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p>
            <a:pPr marL="171450" indent="-171450">
              <a:buFont typeface="Arial" panose="020B0604020202020204" pitchFamily="34" charset="0"/>
              <a:buChar char="•"/>
              <a:defRPr/>
            </a:pPr>
            <a:r>
              <a:rPr lang="fr-FR" b="1" dirty="0">
                <a:latin typeface="Open Sans Light" panose="020B0306030504020204" pitchFamily="34" charset="0"/>
                <a:ea typeface="Open Sans Light" panose="020B0306030504020204" pitchFamily="34" charset="0"/>
                <a:cs typeface="Open Sans Light" panose="020B0306030504020204" pitchFamily="34" charset="0"/>
              </a:rPr>
              <a:t>n8n : </a:t>
            </a:r>
            <a:r>
              <a:rPr lang="fr-FR" dirty="0">
                <a:latin typeface="Open Sans Light" panose="020B0306030504020204" pitchFamily="34" charset="0"/>
                <a:ea typeface="Open Sans Light" panose="020B0306030504020204" pitchFamily="34" charset="0"/>
                <a:cs typeface="Open Sans Light" panose="020B0306030504020204" pitchFamily="34" charset="0"/>
              </a:rPr>
              <a:t>à la base c’est un orchestrateur des workflows (puissant). On peut intégrer des LLM facilement.</a:t>
            </a:r>
          </a:p>
          <a:p>
            <a:pPr marL="171450" indent="-171450">
              <a:buFont typeface="Arial" panose="020B0604020202020204" pitchFamily="34" charset="0"/>
              <a:buChar char="•"/>
              <a:defRPr/>
            </a:pPr>
            <a:r>
              <a:rPr lang="fr-FR" b="1" dirty="0" err="1">
                <a:latin typeface="Open Sans Light" panose="020B0306030504020204" pitchFamily="34" charset="0"/>
                <a:ea typeface="Open Sans Light" panose="020B0306030504020204" pitchFamily="34" charset="0"/>
                <a:cs typeface="Open Sans Light" panose="020B0306030504020204" pitchFamily="34" charset="0"/>
              </a:rPr>
              <a:t>Make</a:t>
            </a:r>
            <a:r>
              <a:rPr lang="fr-FR" b="1" dirty="0">
                <a:latin typeface="Open Sans Light" panose="020B0306030504020204" pitchFamily="34" charset="0"/>
                <a:ea typeface="Open Sans Light" panose="020B0306030504020204" pitchFamily="34" charset="0"/>
                <a:cs typeface="Open Sans Light" panose="020B0306030504020204" pitchFamily="34" charset="0"/>
              </a:rPr>
              <a:t> : </a:t>
            </a:r>
            <a:r>
              <a:rPr lang="fr-FR" dirty="0">
                <a:latin typeface="Open Sans Light" panose="020B0306030504020204" pitchFamily="34" charset="0"/>
                <a:ea typeface="Open Sans Light" panose="020B0306030504020204" pitchFamily="34" charset="0"/>
                <a:cs typeface="Open Sans Light" panose="020B0306030504020204" pitchFamily="34" charset="0"/>
              </a:rPr>
              <a:t>Le King des Connecteurs : 2 000+ applications connectées.</a:t>
            </a:r>
          </a:p>
          <a:p>
            <a:pPr marL="171450" indent="-171450">
              <a:buFont typeface="Arial" panose="020B0604020202020204" pitchFamily="34" charset="0"/>
              <a:buChar char="•"/>
              <a:defRPr/>
            </a:pPr>
            <a:r>
              <a:rPr lang="fr-FR" b="1" dirty="0">
                <a:latin typeface="Open Sans Light" panose="020B0306030504020204" pitchFamily="34" charset="0"/>
                <a:ea typeface="Open Sans Light" panose="020B0306030504020204" pitchFamily="34" charset="0"/>
                <a:cs typeface="Open Sans Light" panose="020B0306030504020204" pitchFamily="34" charset="0"/>
              </a:rPr>
              <a:t>Agent Builder : </a:t>
            </a:r>
            <a:r>
              <a:rPr lang="fr-FR" dirty="0">
                <a:latin typeface="Open Sans Light" panose="020B0306030504020204" pitchFamily="34" charset="0"/>
                <a:ea typeface="Open Sans Light" panose="020B0306030504020204" pitchFamily="34" charset="0"/>
                <a:cs typeface="Open Sans Light" panose="020B0306030504020204" pitchFamily="34" charset="0"/>
              </a:rPr>
              <a:t>Conçu pour l'IA : Fonctionnalités IA natives avancées.</a:t>
            </a:r>
            <a:r>
              <a:rPr lang="fr-FR" b="1" dirty="0">
                <a:latin typeface="Open Sans Light" panose="020B0306030504020204" pitchFamily="34" charset="0"/>
                <a:ea typeface="Open Sans Light" panose="020B0306030504020204" pitchFamily="34" charset="0"/>
                <a:cs typeface="Open Sans Light" panose="020B0306030504020204" pitchFamily="34" charset="0"/>
              </a:rPr>
              <a:t>  </a:t>
            </a:r>
          </a:p>
        </p:txBody>
      </p:sp>
      <p:sp>
        <p:nvSpPr>
          <p:cNvPr id="12" name="Rounded Rectangle">
            <a:extLst>
              <a:ext uri="{FF2B5EF4-FFF2-40B4-BE49-F238E27FC236}">
                <a16:creationId xmlns:a16="http://schemas.microsoft.com/office/drawing/2014/main" id="{3C108808-B237-243B-8903-60B8DE088490}"/>
              </a:ext>
            </a:extLst>
          </p:cNvPr>
          <p:cNvSpPr/>
          <p:nvPr/>
        </p:nvSpPr>
        <p:spPr>
          <a:xfrm>
            <a:off x="279879" y="3828574"/>
            <a:ext cx="5153254" cy="2298701"/>
          </a:xfrm>
          <a:prstGeom prst="roundRect">
            <a:avLst>
              <a:gd name="adj" fmla="val 11050"/>
            </a:avLst>
          </a:prstGeom>
          <a:solidFill>
            <a:srgbClr val="FFFFFF"/>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13" name="Development">
            <a:extLst>
              <a:ext uri="{FF2B5EF4-FFF2-40B4-BE49-F238E27FC236}">
                <a16:creationId xmlns:a16="http://schemas.microsoft.com/office/drawing/2014/main" id="{9F3483FF-2C9F-A757-583B-BC9A75CEE87C}"/>
              </a:ext>
            </a:extLst>
          </p:cNvPr>
          <p:cNvSpPr txBox="1"/>
          <p:nvPr/>
        </p:nvSpPr>
        <p:spPr>
          <a:xfrm>
            <a:off x="619268" y="3977373"/>
            <a:ext cx="3232151" cy="3443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b">
            <a:spAutoFit/>
          </a:bodyPr>
          <a:lstStyle>
            <a:lvl1pPr>
              <a:lnSpc>
                <a:spcPct val="130000"/>
              </a:lnSpc>
              <a:defRPr sz="5000">
                <a:latin typeface="+mn-lt"/>
                <a:ea typeface="+mn-ea"/>
                <a:cs typeface="+mn-cs"/>
                <a:sym typeface="Poppins SemiBold"/>
              </a:defRPr>
            </a:lvl1pPr>
          </a:lstStyle>
          <a:p>
            <a:pPr>
              <a:defRPr/>
            </a:pPr>
            <a:r>
              <a:rPr lang="fr-FR" sz="1600" b="1" dirty="0">
                <a:latin typeface="Open Sans Extrabold" panose="020B0606030504020204" pitchFamily="34" charset="0"/>
                <a:ea typeface="Open Sans Extrabold" panose="020B0606030504020204" pitchFamily="34" charset="0"/>
                <a:cs typeface="Open Sans Extrabold" panose="020B0606030504020204" pitchFamily="34" charset="0"/>
              </a:rPr>
              <a:t>Plateformes Cloud Intégrées</a:t>
            </a:r>
          </a:p>
        </p:txBody>
      </p:sp>
      <p:sp>
        <p:nvSpPr>
          <p:cNvPr id="14" name="Web Development  -  iOS Development  -  Android Development">
            <a:extLst>
              <a:ext uri="{FF2B5EF4-FFF2-40B4-BE49-F238E27FC236}">
                <a16:creationId xmlns:a16="http://schemas.microsoft.com/office/drawing/2014/main" id="{62EFA1F6-DE33-5F31-B11E-04D661A40F47}"/>
              </a:ext>
            </a:extLst>
          </p:cNvPr>
          <p:cNvSpPr txBox="1"/>
          <p:nvPr/>
        </p:nvSpPr>
        <p:spPr>
          <a:xfrm>
            <a:off x="658349" y="4471163"/>
            <a:ext cx="4561721" cy="11305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p>
            <a:pPr marL="171450" indent="-171450">
              <a:buFont typeface="Arial" panose="020B0604020202020204" pitchFamily="34" charset="0"/>
              <a:buChar char="•"/>
              <a:defRPr/>
            </a:pPr>
            <a:r>
              <a:rPr lang="fr-FR" b="1" i="0" dirty="0">
                <a:solidFill>
                  <a:srgbClr val="0F1115"/>
                </a:solidFill>
                <a:effectLst/>
                <a:latin typeface="quote-cjk-patch"/>
              </a:rPr>
              <a:t>AWS </a:t>
            </a:r>
            <a:r>
              <a:rPr lang="fr-FR" b="1" i="0" dirty="0" err="1">
                <a:solidFill>
                  <a:srgbClr val="0F1115"/>
                </a:solidFill>
                <a:effectLst/>
                <a:latin typeface="quote-cjk-patch"/>
              </a:rPr>
              <a:t>Bedrock</a:t>
            </a:r>
            <a:r>
              <a:rPr lang="fr-FR" b="1" i="0" dirty="0">
                <a:solidFill>
                  <a:srgbClr val="0F1115"/>
                </a:solidFill>
                <a:effectLst/>
                <a:latin typeface="quote-cjk-patch"/>
              </a:rPr>
              <a:t> Agents : </a:t>
            </a:r>
            <a:r>
              <a:rPr lang="fr-FR" b="0" i="0" dirty="0">
                <a:solidFill>
                  <a:srgbClr val="0F1115"/>
                </a:solidFill>
                <a:effectLst/>
                <a:latin typeface="quote-cjk-patch"/>
              </a:rPr>
              <a:t>Intégration native avec l'écosystème AWS.</a:t>
            </a:r>
          </a:p>
          <a:p>
            <a:pPr marL="171450" indent="-171450">
              <a:buFont typeface="Arial" panose="020B0604020202020204" pitchFamily="34" charset="0"/>
              <a:buChar char="•"/>
              <a:defRPr/>
            </a:pPr>
            <a:r>
              <a:rPr lang="fr-FR" b="1" i="0" dirty="0">
                <a:solidFill>
                  <a:srgbClr val="0F1115"/>
                </a:solidFill>
                <a:effectLst/>
                <a:latin typeface="quote-cjk-patch"/>
              </a:rPr>
              <a:t>Google Vertex AI Agents : </a:t>
            </a:r>
            <a:r>
              <a:rPr lang="fr-FR" b="0" i="0" dirty="0">
                <a:solidFill>
                  <a:srgbClr val="0F1115"/>
                </a:solidFill>
                <a:effectLst/>
                <a:latin typeface="quote-cjk-patch"/>
              </a:rPr>
              <a:t>Meilleure intégration avec les modèles Google (Gemini).</a:t>
            </a:r>
            <a:endParaRPr lang="fr-FR" dirty="0">
              <a:solidFill>
                <a:srgbClr val="0F1115"/>
              </a:solidFill>
              <a:latin typeface="quote-cjk-patch"/>
              <a:ea typeface="Open Sans Light" panose="020B0306030504020204" pitchFamily="34" charset="0"/>
              <a:cs typeface="Open Sans Light" panose="020B0306030504020204" pitchFamily="34" charset="0"/>
            </a:endParaRPr>
          </a:p>
          <a:p>
            <a:pPr marL="171450" indent="-171450">
              <a:buFont typeface="Arial" panose="020B0604020202020204" pitchFamily="34" charset="0"/>
              <a:buChar char="•"/>
              <a:defRPr/>
            </a:pPr>
            <a:r>
              <a:rPr lang="fr-FR" b="1" i="0" dirty="0">
                <a:solidFill>
                  <a:srgbClr val="0F1115"/>
                </a:solidFill>
                <a:effectLst/>
                <a:latin typeface="quote-cjk-patch"/>
              </a:rPr>
              <a:t>Azure AI Agents : </a:t>
            </a:r>
            <a:r>
              <a:rPr lang="fr-FR" b="0" i="0" dirty="0">
                <a:solidFill>
                  <a:srgbClr val="0F1115"/>
                </a:solidFill>
                <a:effectLst/>
                <a:latin typeface="quote-cjk-patch"/>
              </a:rPr>
              <a:t>Intégration Microsoft 365, sécurité </a:t>
            </a:r>
            <a:r>
              <a:rPr lang="fr-FR" b="0" i="0" dirty="0" err="1">
                <a:solidFill>
                  <a:srgbClr val="0F1115"/>
                </a:solidFill>
                <a:effectLst/>
                <a:latin typeface="quote-cjk-patch"/>
              </a:rPr>
              <a:t>enterprise</a:t>
            </a:r>
            <a:r>
              <a:rPr lang="fr-FR" b="0" i="0" dirty="0">
                <a:solidFill>
                  <a:srgbClr val="0F1115"/>
                </a:solidFill>
                <a:effectLst/>
                <a:latin typeface="quote-cjk-patch"/>
              </a:rPr>
              <a:t>.</a:t>
            </a:r>
            <a:endParaRPr lang="fr-FR"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5" name="Rounded Rectangle">
            <a:extLst>
              <a:ext uri="{FF2B5EF4-FFF2-40B4-BE49-F238E27FC236}">
                <a16:creationId xmlns:a16="http://schemas.microsoft.com/office/drawing/2014/main" id="{1CD37BB5-77DA-C97E-6633-85F75B759270}"/>
              </a:ext>
            </a:extLst>
          </p:cNvPr>
          <p:cNvSpPr/>
          <p:nvPr/>
        </p:nvSpPr>
        <p:spPr>
          <a:xfrm>
            <a:off x="6019060" y="3828573"/>
            <a:ext cx="5517612" cy="2298701"/>
          </a:xfrm>
          <a:prstGeom prst="roundRect">
            <a:avLst>
              <a:gd name="adj" fmla="val 11050"/>
            </a:avLst>
          </a:prstGeom>
          <a:solidFill>
            <a:srgbClr val="FFFFFF"/>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dirty="0">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16" name="Discovery">
            <a:extLst>
              <a:ext uri="{FF2B5EF4-FFF2-40B4-BE49-F238E27FC236}">
                <a16:creationId xmlns:a16="http://schemas.microsoft.com/office/drawing/2014/main" id="{E0A85BAB-CE90-5AA4-9EEB-883CF877FBAA}"/>
              </a:ext>
            </a:extLst>
          </p:cNvPr>
          <p:cNvSpPr txBox="1"/>
          <p:nvPr/>
        </p:nvSpPr>
        <p:spPr>
          <a:xfrm>
            <a:off x="6240663" y="3977373"/>
            <a:ext cx="4153278" cy="381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5000">
                <a:latin typeface="+mn-lt"/>
                <a:ea typeface="+mn-ea"/>
                <a:cs typeface="+mn-cs"/>
                <a:sym typeface="Poppins SemiBold"/>
              </a:defRPr>
            </a:lvl1pPr>
          </a:lstStyle>
          <a:p>
            <a:pPr>
              <a:defRPr/>
            </a:pPr>
            <a:r>
              <a:rPr lang="fr-FR" sz="1800" b="1" dirty="0">
                <a:latin typeface="Open Sans Extrabold" panose="020B0606030504020204" pitchFamily="34" charset="0"/>
                <a:ea typeface="Open Sans Extrabold" panose="020B0606030504020204" pitchFamily="34" charset="0"/>
                <a:cs typeface="Open Sans Extrabold" panose="020B0606030504020204" pitchFamily="34" charset="0"/>
              </a:rPr>
              <a:t>Développement </a:t>
            </a:r>
            <a:r>
              <a:rPr lang="fr-FR" sz="1800" b="1" dirty="0" err="1">
                <a:latin typeface="Open Sans Extrabold" panose="020B0606030504020204" pitchFamily="34" charset="0"/>
                <a:ea typeface="Open Sans Extrabold" panose="020B0606030504020204" pitchFamily="34" charset="0"/>
                <a:cs typeface="Open Sans Extrabold" panose="020B0606030504020204" pitchFamily="34" charset="0"/>
              </a:rPr>
              <a:t>From</a:t>
            </a:r>
            <a:r>
              <a:rPr lang="fr-FR" sz="1800" b="1" dirty="0">
                <a:latin typeface="Open Sans Extrabold" panose="020B0606030504020204" pitchFamily="34" charset="0"/>
                <a:ea typeface="Open Sans Extrabold" panose="020B0606030504020204" pitchFamily="34" charset="0"/>
                <a:cs typeface="Open Sans Extrabold" panose="020B0606030504020204" pitchFamily="34" charset="0"/>
              </a:rPr>
              <a:t> Scratch</a:t>
            </a:r>
          </a:p>
        </p:txBody>
      </p:sp>
      <p:sp>
        <p:nvSpPr>
          <p:cNvPr id="17" name="Stakeholder and user interviews…">
            <a:extLst>
              <a:ext uri="{FF2B5EF4-FFF2-40B4-BE49-F238E27FC236}">
                <a16:creationId xmlns:a16="http://schemas.microsoft.com/office/drawing/2014/main" id="{3529E705-7057-55EA-46C1-075697915915}"/>
              </a:ext>
            </a:extLst>
          </p:cNvPr>
          <p:cNvSpPr txBox="1"/>
          <p:nvPr/>
        </p:nvSpPr>
        <p:spPr>
          <a:xfrm>
            <a:off x="6491141" y="4478378"/>
            <a:ext cx="4304106" cy="112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p>
            <a:pPr marL="171450" indent="-171450">
              <a:buFont typeface="Arial" panose="020B0604020202020204" pitchFamily="34" charset="0"/>
              <a:buChar char="•"/>
              <a:defRPr/>
            </a:pPr>
            <a:r>
              <a:rPr lang="fr-FR" dirty="0">
                <a:latin typeface="Open Sans Light" panose="020B0306030504020204" pitchFamily="34" charset="0"/>
                <a:ea typeface="Open Sans Light" panose="020B0306030504020204" pitchFamily="34" charset="0"/>
                <a:cs typeface="Open Sans Light" panose="020B0306030504020204" pitchFamily="34" charset="0"/>
              </a:rPr>
              <a:t>Pour avoir un contrôle total, flexibilité maximale.</a:t>
            </a:r>
          </a:p>
          <a:p>
            <a:pPr marL="171450" indent="-171450">
              <a:buFont typeface="Arial" panose="020B0604020202020204" pitchFamily="34" charset="0"/>
              <a:buChar char="•"/>
              <a:defRPr/>
            </a:pPr>
            <a:r>
              <a:rPr lang="fr-FR" dirty="0">
                <a:latin typeface="Open Sans Light" panose="020B0306030504020204" pitchFamily="34" charset="0"/>
                <a:ea typeface="Open Sans Light" panose="020B0306030504020204" pitchFamily="34" charset="0"/>
                <a:cs typeface="Open Sans Light" panose="020B0306030504020204" pitchFamily="34" charset="0"/>
              </a:rPr>
              <a:t>Exemple : Python +SDKs</a:t>
            </a:r>
          </a:p>
          <a:p>
            <a:pPr marL="171450" indent="-171450">
              <a:buFont typeface="Arial" panose="020B0604020202020204" pitchFamily="34" charset="0"/>
              <a:buChar char="•"/>
              <a:defRPr/>
            </a:pPr>
            <a:r>
              <a:rPr lang="fr-FR" dirty="0">
                <a:latin typeface="Open Sans Light" panose="020B0306030504020204" pitchFamily="34" charset="0"/>
                <a:ea typeface="Open Sans Light" panose="020B0306030504020204" pitchFamily="34" charset="0"/>
                <a:cs typeface="Open Sans Light" panose="020B0306030504020204" pitchFamily="34" charset="0"/>
              </a:rPr>
              <a:t>Outils : </a:t>
            </a:r>
            <a:r>
              <a:rPr lang="en-US" dirty="0" err="1">
                <a:latin typeface="Open Sans Light" panose="020B0306030504020204" pitchFamily="34" charset="0"/>
                <a:ea typeface="Open Sans Light" panose="020B0306030504020204" pitchFamily="34" charset="0"/>
                <a:cs typeface="Open Sans Light" panose="020B0306030504020204" pitchFamily="34" charset="0"/>
              </a:rPr>
              <a:t>OpenAI</a:t>
            </a:r>
            <a:r>
              <a:rPr lang="en-US" dirty="0">
                <a:latin typeface="Open Sans Light" panose="020B0306030504020204" pitchFamily="34" charset="0"/>
                <a:ea typeface="Open Sans Light" panose="020B0306030504020204" pitchFamily="34" charset="0"/>
                <a:cs typeface="Open Sans Light" panose="020B0306030504020204" pitchFamily="34" charset="0"/>
              </a:rPr>
              <a:t> SDK, </a:t>
            </a:r>
            <a:r>
              <a:rPr lang="en-US" dirty="0" err="1">
                <a:latin typeface="Open Sans Light" panose="020B0306030504020204" pitchFamily="34" charset="0"/>
                <a:ea typeface="Open Sans Light" panose="020B0306030504020204" pitchFamily="34" charset="0"/>
                <a:cs typeface="Open Sans Light" panose="020B0306030504020204" pitchFamily="34" charset="0"/>
              </a:rPr>
              <a:t>LlamaIndex</a:t>
            </a:r>
            <a:r>
              <a:rPr lang="en-US" dirty="0">
                <a:latin typeface="Open Sans Light" panose="020B0306030504020204" pitchFamily="34" charset="0"/>
                <a:ea typeface="Open Sans Light" panose="020B0306030504020204" pitchFamily="34" charset="0"/>
                <a:cs typeface="Open Sans Light" panose="020B0306030504020204" pitchFamily="34" charset="0"/>
              </a:rPr>
              <a:t>, frameworks custom.</a:t>
            </a:r>
            <a:endParaRPr lang="fr-FR" dirty="0">
              <a:latin typeface="Open Sans Light" panose="020B0306030504020204" pitchFamily="34" charset="0"/>
              <a:ea typeface="Open Sans Light" panose="020B0306030504020204" pitchFamily="34" charset="0"/>
              <a:cs typeface="Open Sans Light" panose="020B0306030504020204" pitchFamily="34" charset="0"/>
            </a:endParaRPr>
          </a:p>
          <a:p>
            <a:pPr marL="171450" indent="-171450">
              <a:buFont typeface="Arial" panose="020B0604020202020204" pitchFamily="34" charset="0"/>
              <a:buChar char="•"/>
              <a:defRPr/>
            </a:pPr>
            <a:endParaRPr lang="fr-FR"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686615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re 18">
            <a:extLst>
              <a:ext uri="{FF2B5EF4-FFF2-40B4-BE49-F238E27FC236}">
                <a16:creationId xmlns:a16="http://schemas.microsoft.com/office/drawing/2014/main" id="{773C74CB-6029-15BF-F683-92A6456E058A}"/>
              </a:ext>
            </a:extLst>
          </p:cNvPr>
          <p:cNvSpPr>
            <a:spLocks noGrp="1"/>
          </p:cNvSpPr>
          <p:nvPr>
            <p:ph type="title"/>
          </p:nvPr>
        </p:nvSpPr>
        <p:spPr/>
        <p:txBody>
          <a:bodyPr/>
          <a:lstStyle/>
          <a:p>
            <a:r>
              <a:rPr lang="en-US" dirty="0"/>
              <a:t>Benchmark des Solutions </a:t>
            </a:r>
            <a:r>
              <a:rPr lang="en-US" dirty="0" err="1"/>
              <a:t>proposées</a:t>
            </a:r>
            <a:r>
              <a:rPr lang="en-US" dirty="0"/>
              <a:t> :</a:t>
            </a:r>
          </a:p>
        </p:txBody>
      </p:sp>
      <p:graphicFrame>
        <p:nvGraphicFramePr>
          <p:cNvPr id="2" name="Tableau 2">
            <a:extLst>
              <a:ext uri="{FF2B5EF4-FFF2-40B4-BE49-F238E27FC236}">
                <a16:creationId xmlns:a16="http://schemas.microsoft.com/office/drawing/2014/main" id="{62058AE3-55C3-0C20-D2E7-8AAB150E9D63}"/>
              </a:ext>
            </a:extLst>
          </p:cNvPr>
          <p:cNvGraphicFramePr>
            <a:graphicFrameLocks noGrp="1"/>
          </p:cNvGraphicFramePr>
          <p:nvPr>
            <p:ph type="tbl" sz="quarter" idx="10"/>
            <p:extLst>
              <p:ext uri="{D42A27DB-BD31-4B8C-83A1-F6EECF244321}">
                <p14:modId xmlns:p14="http://schemas.microsoft.com/office/powerpoint/2010/main" val="3921455359"/>
              </p:ext>
            </p:extLst>
          </p:nvPr>
        </p:nvGraphicFramePr>
        <p:xfrm>
          <a:off x="246957" y="1757778"/>
          <a:ext cx="11094406" cy="4416320"/>
        </p:xfrm>
        <a:graphic>
          <a:graphicData uri="http://schemas.openxmlformats.org/drawingml/2006/table">
            <a:tbl>
              <a:tblPr firstRow="1" bandRow="1">
                <a:tableStyleId>{793D81CF-94F2-401A-BA57-92F5A7B2D0C5}</a:tableStyleId>
              </a:tblPr>
              <a:tblGrid>
                <a:gridCol w="1663324">
                  <a:extLst>
                    <a:ext uri="{9D8B030D-6E8A-4147-A177-3AD203B41FA5}">
                      <a16:colId xmlns:a16="http://schemas.microsoft.com/office/drawing/2014/main" val="378282193"/>
                    </a:ext>
                  </a:extLst>
                </a:gridCol>
                <a:gridCol w="2227153">
                  <a:extLst>
                    <a:ext uri="{9D8B030D-6E8A-4147-A177-3AD203B41FA5}">
                      <a16:colId xmlns:a16="http://schemas.microsoft.com/office/drawing/2014/main" val="647308901"/>
                    </a:ext>
                  </a:extLst>
                </a:gridCol>
                <a:gridCol w="2440920">
                  <a:extLst>
                    <a:ext uri="{9D8B030D-6E8A-4147-A177-3AD203B41FA5}">
                      <a16:colId xmlns:a16="http://schemas.microsoft.com/office/drawing/2014/main" val="63561211"/>
                    </a:ext>
                  </a:extLst>
                </a:gridCol>
                <a:gridCol w="2028686">
                  <a:extLst>
                    <a:ext uri="{9D8B030D-6E8A-4147-A177-3AD203B41FA5}">
                      <a16:colId xmlns:a16="http://schemas.microsoft.com/office/drawing/2014/main" val="501856840"/>
                    </a:ext>
                  </a:extLst>
                </a:gridCol>
                <a:gridCol w="2734323">
                  <a:extLst>
                    <a:ext uri="{9D8B030D-6E8A-4147-A177-3AD203B41FA5}">
                      <a16:colId xmlns:a16="http://schemas.microsoft.com/office/drawing/2014/main" val="1152409894"/>
                    </a:ext>
                  </a:extLst>
                </a:gridCol>
              </a:tblGrid>
              <a:tr h="184101">
                <a:tc>
                  <a:txBody>
                    <a:bodyPr/>
                    <a:lstStyle/>
                    <a:p>
                      <a:r>
                        <a:rPr lang="fr-FR" dirty="0"/>
                        <a:t>Critère</a:t>
                      </a:r>
                    </a:p>
                  </a:txBody>
                  <a:tcPr/>
                </a:tc>
                <a:tc>
                  <a:txBody>
                    <a:bodyPr/>
                    <a:lstStyle/>
                    <a:p>
                      <a:r>
                        <a:rPr lang="fr-FR" dirty="0" err="1"/>
                        <a:t>Frameworks</a:t>
                      </a:r>
                      <a:r>
                        <a:rPr lang="fr-FR" dirty="0"/>
                        <a:t> Spécialisés</a:t>
                      </a:r>
                    </a:p>
                  </a:txBody>
                  <a:tcPr/>
                </a:tc>
                <a:tc>
                  <a:txBody>
                    <a:bodyPr/>
                    <a:lstStyle/>
                    <a:p>
                      <a:r>
                        <a:rPr lang="fr-FR" dirty="0"/>
                        <a:t>Plateformes Cloud</a:t>
                      </a:r>
                    </a:p>
                  </a:txBody>
                  <a:tcPr/>
                </a:tc>
                <a:tc>
                  <a:txBody>
                    <a:bodyPr/>
                    <a:lstStyle/>
                    <a:p>
                      <a:pPr marL="0" marR="0" indent="0" algn="ctr" defTabSz="412750" latinLnBrk="0">
                        <a:lnSpc>
                          <a:spcPct val="100000"/>
                        </a:lnSpc>
                        <a:spcBef>
                          <a:spcPts val="0"/>
                        </a:spcBef>
                        <a:spcAft>
                          <a:spcPts val="0"/>
                        </a:spcAft>
                        <a:buClrTx/>
                        <a:buSzTx/>
                        <a:buFontTx/>
                        <a:buNone/>
                        <a:tabLst/>
                      </a:pPr>
                      <a:r>
                        <a:rPr lang="fr-FR" sz="1200" b="1" i="0" u="none" strike="noStrike" cap="none" spc="0" baseline="0" dirty="0" err="1">
                          <a:solidFill>
                            <a:schemeClr val="lt1"/>
                          </a:solidFill>
                          <a:uFillTx/>
                          <a:latin typeface="+mn-lt"/>
                          <a:ea typeface="+mn-ea"/>
                          <a:cs typeface="+mn-cs"/>
                          <a:sym typeface="Poppins Light"/>
                        </a:rPr>
                        <a:t>From</a:t>
                      </a:r>
                      <a:r>
                        <a:rPr lang="fr-FR" sz="1200" b="1" i="0" u="none" strike="noStrike" cap="none" spc="0" baseline="0" dirty="0">
                          <a:solidFill>
                            <a:schemeClr val="lt1"/>
                          </a:solidFill>
                          <a:uFillTx/>
                          <a:latin typeface="+mn-lt"/>
                          <a:ea typeface="+mn-ea"/>
                          <a:cs typeface="+mn-cs"/>
                          <a:sym typeface="Poppins Light"/>
                        </a:rPr>
                        <a:t> Scratch</a:t>
                      </a:r>
                    </a:p>
                  </a:txBody>
                  <a:tcPr marL="101600" marR="101600" marT="63500" marB="63500" anchor="ctr"/>
                </a:tc>
                <a:tc>
                  <a:txBody>
                    <a:bodyPr/>
                    <a:lstStyle/>
                    <a:p>
                      <a:pPr marL="0" marR="0" indent="0" algn="ctr" defTabSz="412750" latinLnBrk="0">
                        <a:lnSpc>
                          <a:spcPct val="100000"/>
                        </a:lnSpc>
                        <a:spcBef>
                          <a:spcPts val="0"/>
                        </a:spcBef>
                        <a:spcAft>
                          <a:spcPts val="0"/>
                        </a:spcAft>
                        <a:buClrTx/>
                        <a:buSzTx/>
                        <a:buFontTx/>
                        <a:buNone/>
                        <a:tabLst/>
                      </a:pPr>
                      <a:r>
                        <a:rPr lang="fr-FR" sz="1200" b="1" i="0" u="none" strike="noStrike" cap="none" spc="0" baseline="0" dirty="0">
                          <a:solidFill>
                            <a:schemeClr val="lt1"/>
                          </a:solidFill>
                          <a:uFillTx/>
                          <a:latin typeface="+mn-lt"/>
                          <a:ea typeface="+mn-ea"/>
                          <a:cs typeface="+mn-cs"/>
                          <a:sym typeface="Poppins Light"/>
                        </a:rPr>
                        <a:t>No-Code/Low-Code</a:t>
                      </a:r>
                    </a:p>
                  </a:txBody>
                  <a:tcPr marL="101600" marR="101600" marT="63500" marB="63500" anchor="ctr"/>
                </a:tc>
                <a:extLst>
                  <a:ext uri="{0D108BD9-81ED-4DB2-BD59-A6C34878D82A}">
                    <a16:rowId xmlns:a16="http://schemas.microsoft.com/office/drawing/2014/main" val="1170739551"/>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Coût</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Gratuit (open-source)</a:t>
                      </a:r>
                      <a:endParaRPr lang="fr-FR" b="1" dirty="0"/>
                    </a:p>
                  </a:txBody>
                  <a:tcPr/>
                </a:tc>
                <a:tc>
                  <a:txBody>
                    <a:bodyPr/>
                    <a:lstStyle/>
                    <a:p>
                      <a:r>
                        <a:rPr lang="fr-FR" sz="1200" b="0" i="0" u="none" strike="noStrike" cap="none" spc="0" baseline="0" dirty="0" err="1">
                          <a:solidFill>
                            <a:schemeClr val="dk1"/>
                          </a:solidFill>
                          <a:effectLst/>
                          <a:uFillTx/>
                          <a:latin typeface="+mn-lt"/>
                          <a:ea typeface="+mn-ea"/>
                          <a:cs typeface="+mn-cs"/>
                          <a:sym typeface="Poppins Light"/>
                        </a:rPr>
                        <a:t>Pay</a:t>
                      </a:r>
                      <a:r>
                        <a:rPr lang="fr-FR" sz="1200" b="0" i="0" u="none" strike="noStrike" cap="none" spc="0" baseline="0" dirty="0">
                          <a:solidFill>
                            <a:schemeClr val="dk1"/>
                          </a:solidFill>
                          <a:effectLst/>
                          <a:uFillTx/>
                          <a:latin typeface="+mn-lt"/>
                          <a:ea typeface="+mn-ea"/>
                          <a:cs typeface="+mn-cs"/>
                          <a:sym typeface="Poppins Light"/>
                        </a:rPr>
                        <a:t>-as-</a:t>
                      </a:r>
                      <a:r>
                        <a:rPr lang="fr-FR" sz="1200" b="0" i="0" u="none" strike="noStrike" cap="none" spc="0" baseline="0" dirty="0" err="1">
                          <a:solidFill>
                            <a:schemeClr val="dk1"/>
                          </a:solidFill>
                          <a:effectLst/>
                          <a:uFillTx/>
                          <a:latin typeface="+mn-lt"/>
                          <a:ea typeface="+mn-ea"/>
                          <a:cs typeface="+mn-cs"/>
                          <a:sym typeface="Poppins Light"/>
                        </a:rPr>
                        <a:t>you</a:t>
                      </a:r>
                      <a:r>
                        <a:rPr lang="fr-FR" sz="1200" b="0" i="0" u="none" strike="noStrike" cap="none" spc="0" baseline="0" dirty="0">
                          <a:solidFill>
                            <a:schemeClr val="dk1"/>
                          </a:solidFill>
                          <a:effectLst/>
                          <a:uFillTx/>
                          <a:latin typeface="+mn-lt"/>
                          <a:ea typeface="+mn-ea"/>
                          <a:cs typeface="+mn-cs"/>
                          <a:sym typeface="Poppins Light"/>
                        </a:rPr>
                        <a:t>-go (élevé à l'usage)</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Gratuit (librairies)</a:t>
                      </a:r>
                      <a:endParaRPr lang="fr-FR" b="1"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Abonnement mensuel</a:t>
                      </a:r>
                      <a:endParaRPr lang="fr-FR" dirty="0"/>
                    </a:p>
                  </a:txBody>
                  <a:tcPr/>
                </a:tc>
                <a:extLst>
                  <a:ext uri="{0D108BD9-81ED-4DB2-BD59-A6C34878D82A}">
                    <a16:rowId xmlns:a16="http://schemas.microsoft.com/office/drawing/2014/main" val="1158967543"/>
                  </a:ext>
                </a:extLst>
              </a:tr>
              <a:tr h="453020">
                <a:tc>
                  <a:txBody>
                    <a:bodyPr/>
                    <a:lstStyle/>
                    <a:p>
                      <a:r>
                        <a:rPr lang="fr-FR" b="1" dirty="0"/>
                        <a:t>Expertise technique</a:t>
                      </a:r>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Moyenne à élevée</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Moyenne</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Très élevée</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Faible</a:t>
                      </a:r>
                      <a:endParaRPr lang="fr-FR" b="1" dirty="0"/>
                    </a:p>
                  </a:txBody>
                  <a:tcPr/>
                </a:tc>
                <a:extLst>
                  <a:ext uri="{0D108BD9-81ED-4DB2-BD59-A6C34878D82A}">
                    <a16:rowId xmlns:a16="http://schemas.microsoft.com/office/drawing/2014/main" val="1226296489"/>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Temps de développement</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Moyen</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Rapide</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Très long</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Très rapide</a:t>
                      </a:r>
                      <a:endParaRPr lang="fr-FR" b="1" dirty="0"/>
                    </a:p>
                  </a:txBody>
                  <a:tcPr/>
                </a:tc>
                <a:extLst>
                  <a:ext uri="{0D108BD9-81ED-4DB2-BD59-A6C34878D82A}">
                    <a16:rowId xmlns:a16="http://schemas.microsoft.com/office/drawing/2014/main" val="108511240"/>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Amélioration des modèles</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RAG, fine-tuning, prompt engineering</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RAG, fine-tuning, évaluation</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Toutes les méthodes</a:t>
                      </a:r>
                      <a:endParaRPr lang="fr-FR" b="1"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Surtout prompt engineering, RAG limité</a:t>
                      </a:r>
                      <a:endParaRPr lang="fr-FR" dirty="0"/>
                    </a:p>
                  </a:txBody>
                  <a:tcPr/>
                </a:tc>
                <a:extLst>
                  <a:ext uri="{0D108BD9-81ED-4DB2-BD59-A6C34878D82A}">
                    <a16:rowId xmlns:a16="http://schemas.microsoft.com/office/drawing/2014/main" val="2028862489"/>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Déploiement</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Flexible </a:t>
                      </a:r>
                      <a:r>
                        <a:rPr lang="fr-FR" sz="1200" b="0" i="0" u="none" strike="noStrike" cap="none" spc="0" baseline="0" dirty="0">
                          <a:solidFill>
                            <a:schemeClr val="dk1"/>
                          </a:solidFill>
                          <a:effectLst/>
                          <a:uFillTx/>
                          <a:latin typeface="+mn-lt"/>
                          <a:ea typeface="+mn-ea"/>
                          <a:cs typeface="+mn-cs"/>
                          <a:sym typeface="Poppins Light"/>
                        </a:rPr>
                        <a:t>(Possibilité de choisir l'infra appropriée)</a:t>
                      </a:r>
                      <a:endParaRPr lang="fr-FR" b="1"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Cloud provider</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Flexible </a:t>
                      </a:r>
                      <a:r>
                        <a:rPr lang="fr-FR" sz="1200" b="0" i="0" u="none" strike="noStrike" cap="none" spc="0" baseline="0" dirty="0">
                          <a:solidFill>
                            <a:schemeClr val="dk1"/>
                          </a:solidFill>
                          <a:effectLst/>
                          <a:uFillTx/>
                          <a:latin typeface="+mn-lt"/>
                          <a:ea typeface="+mn-ea"/>
                          <a:cs typeface="+mn-cs"/>
                          <a:sym typeface="Poppins Light"/>
                        </a:rPr>
                        <a:t>(Possibilité de choisir l'infra appropriée)</a:t>
                      </a:r>
                      <a:endParaRPr lang="fr-FR" b="1"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Plateforme gérée</a:t>
                      </a:r>
                      <a:endParaRPr lang="fr-FR" dirty="0"/>
                    </a:p>
                  </a:txBody>
                  <a:tcPr/>
                </a:tc>
                <a:extLst>
                  <a:ext uri="{0D108BD9-81ED-4DB2-BD59-A6C34878D82A}">
                    <a16:rowId xmlns:a16="http://schemas.microsoft.com/office/drawing/2014/main" val="3002971273"/>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Connecteurs &amp; Intégrations</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Illimité (Toutes APIs)</a:t>
                      </a:r>
                      <a:endParaRPr lang="fr-FR" b="1"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Écosystème du provider (Via APIs du cloud)</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Illimité (Toutes APIs)</a:t>
                      </a:r>
                      <a:endParaRPr lang="fr-FR" b="1"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50-2000+ (</a:t>
                      </a:r>
                      <a:r>
                        <a:rPr lang="fr-FR" sz="1200" b="0" i="0" u="none" strike="noStrike" cap="none" spc="0" baseline="0" dirty="0" err="1">
                          <a:solidFill>
                            <a:schemeClr val="dk1"/>
                          </a:solidFill>
                          <a:effectLst/>
                          <a:uFillTx/>
                          <a:latin typeface="+mn-lt"/>
                          <a:ea typeface="+mn-ea"/>
                          <a:cs typeface="+mn-cs"/>
                          <a:sym typeface="Poppins Light"/>
                        </a:rPr>
                        <a:t>Webhooks</a:t>
                      </a:r>
                      <a:r>
                        <a:rPr lang="fr-FR" sz="1200" b="0" i="0" u="none" strike="noStrike" cap="none" spc="0" baseline="0" dirty="0">
                          <a:solidFill>
                            <a:schemeClr val="dk1"/>
                          </a:solidFill>
                          <a:effectLst/>
                          <a:uFillTx/>
                          <a:latin typeface="+mn-lt"/>
                          <a:ea typeface="+mn-ea"/>
                          <a:cs typeface="+mn-cs"/>
                          <a:sym typeface="Poppins Light"/>
                        </a:rPr>
                        <a:t>/APIs limitées)</a:t>
                      </a:r>
                      <a:endParaRPr lang="fr-FR" dirty="0"/>
                    </a:p>
                  </a:txBody>
                  <a:tcPr/>
                </a:tc>
                <a:extLst>
                  <a:ext uri="{0D108BD9-81ED-4DB2-BD59-A6C34878D82A}">
                    <a16:rowId xmlns:a16="http://schemas.microsoft.com/office/drawing/2014/main" val="1209709870"/>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Performance</a:t>
                      </a:r>
                    </a:p>
                    <a:p>
                      <a:r>
                        <a:rPr lang="fr-FR" sz="1200" b="0" i="0" u="none" strike="noStrike" cap="none" spc="0" baseline="0" dirty="0">
                          <a:solidFill>
                            <a:schemeClr val="dk1"/>
                          </a:solidFill>
                          <a:effectLst/>
                          <a:uFillTx/>
                          <a:latin typeface="+mn-lt"/>
                          <a:ea typeface="+mn-ea"/>
                          <a:cs typeface="+mn-cs"/>
                          <a:sym typeface="Poppins Light"/>
                        </a:rPr>
                        <a:t>(Temps de réponse)</a:t>
                      </a:r>
                      <a:endParaRPr lang="fr-FR" b="0"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Bonne</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Excellente</a:t>
                      </a:r>
                      <a:endParaRPr lang="fr-FR" b="1"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Optimisable</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Variable</a:t>
                      </a:r>
                      <a:endParaRPr lang="fr-FR" dirty="0"/>
                    </a:p>
                  </a:txBody>
                  <a:tcPr/>
                </a:tc>
                <a:extLst>
                  <a:ext uri="{0D108BD9-81ED-4DB2-BD59-A6C34878D82A}">
                    <a16:rowId xmlns:a16="http://schemas.microsoft.com/office/drawing/2014/main" val="3396099271"/>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Scalabilité</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Architecture personnalisée</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Auto-</a:t>
                      </a:r>
                      <a:r>
                        <a:rPr lang="fr-FR" sz="1200" b="1" i="0" u="none" strike="noStrike" cap="none" spc="0" baseline="0" dirty="0" err="1">
                          <a:solidFill>
                            <a:schemeClr val="dk1"/>
                          </a:solidFill>
                          <a:effectLst/>
                          <a:uFillTx/>
                          <a:latin typeface="+mn-lt"/>
                          <a:ea typeface="+mn-ea"/>
                          <a:cs typeface="+mn-cs"/>
                          <a:sym typeface="Poppins Light"/>
                        </a:rPr>
                        <a:t>scaling</a:t>
                      </a:r>
                      <a:r>
                        <a:rPr lang="fr-FR" sz="1200" b="1" i="0" u="none" strike="noStrike" cap="none" spc="0" baseline="0" dirty="0">
                          <a:solidFill>
                            <a:schemeClr val="dk1"/>
                          </a:solidFill>
                          <a:effectLst/>
                          <a:uFillTx/>
                          <a:latin typeface="+mn-lt"/>
                          <a:ea typeface="+mn-ea"/>
                          <a:cs typeface="+mn-cs"/>
                          <a:sym typeface="Poppins Light"/>
                        </a:rPr>
                        <a:t> natif</a:t>
                      </a:r>
                      <a:endParaRPr lang="fr-FR" b="1"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Architecture personnalisée</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Limites de la plateforme</a:t>
                      </a:r>
                      <a:endParaRPr lang="fr-FR" dirty="0"/>
                    </a:p>
                  </a:txBody>
                  <a:tcPr/>
                </a:tc>
                <a:extLst>
                  <a:ext uri="{0D108BD9-81ED-4DB2-BD59-A6C34878D82A}">
                    <a16:rowId xmlns:a16="http://schemas.microsoft.com/office/drawing/2014/main" val="430695393"/>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Sécurité</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Contrôle total</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Dépend du provider</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Contrôle total</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Dépend de la plateforme</a:t>
                      </a:r>
                      <a:endParaRPr lang="fr-FR" dirty="0"/>
                    </a:p>
                  </a:txBody>
                  <a:tcPr/>
                </a:tc>
                <a:extLst>
                  <a:ext uri="{0D108BD9-81ED-4DB2-BD59-A6C34878D82A}">
                    <a16:rowId xmlns:a16="http://schemas.microsoft.com/office/drawing/2014/main" val="1552250248"/>
                  </a:ext>
                </a:extLst>
              </a:tr>
            </a:tbl>
          </a:graphicData>
        </a:graphic>
      </p:graphicFrame>
    </p:spTree>
    <p:extLst>
      <p:ext uri="{BB962C8B-B14F-4D97-AF65-F5344CB8AC3E}">
        <p14:creationId xmlns:p14="http://schemas.microsoft.com/office/powerpoint/2010/main" val="3074260491"/>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re 27">
            <a:extLst>
              <a:ext uri="{FF2B5EF4-FFF2-40B4-BE49-F238E27FC236}">
                <a16:creationId xmlns:a16="http://schemas.microsoft.com/office/drawing/2014/main" id="{592AE826-6B49-4032-C222-7D23A6F6062E}"/>
              </a:ext>
            </a:extLst>
          </p:cNvPr>
          <p:cNvSpPr>
            <a:spLocks noGrp="1"/>
          </p:cNvSpPr>
          <p:nvPr>
            <p:ph type="title"/>
          </p:nvPr>
        </p:nvSpPr>
        <p:spPr>
          <a:xfrm>
            <a:off x="6758627" y="435656"/>
            <a:ext cx="5345806" cy="738188"/>
          </a:xfrm>
        </p:spPr>
        <p:txBody>
          <a:bodyPr/>
          <a:lstStyle/>
          <a:p>
            <a:r>
              <a:rPr lang="en-US" dirty="0"/>
              <a:t>Conclusion</a:t>
            </a:r>
          </a:p>
        </p:txBody>
      </p:sp>
      <p:sp>
        <p:nvSpPr>
          <p:cNvPr id="29" name="Espace réservé du texte 28">
            <a:extLst>
              <a:ext uri="{FF2B5EF4-FFF2-40B4-BE49-F238E27FC236}">
                <a16:creationId xmlns:a16="http://schemas.microsoft.com/office/drawing/2014/main" id="{6DF72AE0-5B08-265B-73DE-B2DC092A9D92}"/>
              </a:ext>
            </a:extLst>
          </p:cNvPr>
          <p:cNvSpPr>
            <a:spLocks noGrp="1"/>
          </p:cNvSpPr>
          <p:nvPr>
            <p:ph type="body" sz="quarter" idx="12"/>
          </p:nvPr>
        </p:nvSpPr>
        <p:spPr>
          <a:xfrm>
            <a:off x="6758626" y="1258237"/>
            <a:ext cx="5137451" cy="5488791"/>
          </a:xfrm>
        </p:spPr>
        <p:txBody>
          <a:bodyPr/>
          <a:lstStyle/>
          <a:p>
            <a:pPr marL="0" indent="0">
              <a:buNone/>
            </a:pPr>
            <a:r>
              <a:rPr lang="fr-FR" dirty="0"/>
              <a:t>Le choix dépendra des contraintes et objectifs :</a:t>
            </a:r>
          </a:p>
          <a:p>
            <a:pPr marL="0" indent="0">
              <a:buNone/>
            </a:pPr>
            <a:endParaRPr lang="fr-FR" dirty="0"/>
          </a:p>
          <a:p>
            <a:r>
              <a:rPr lang="fr-FR" dirty="0"/>
              <a:t>Framework Spécialisés : </a:t>
            </a:r>
            <a:r>
              <a:rPr lang="fr-FR" b="0" dirty="0">
                <a:latin typeface="Open Sans" panose="020B0606030504020204" pitchFamily="34" charset="0"/>
                <a:ea typeface="Open Sans" panose="020B0606030504020204" pitchFamily="34" charset="0"/>
                <a:cs typeface="Open Sans" panose="020B0606030504020204" pitchFamily="34" charset="0"/>
              </a:rPr>
              <a:t>Idéal pour les équipes techniques voulant un bon équilibre entre contrôle et rapidité.</a:t>
            </a:r>
          </a:p>
          <a:p>
            <a:r>
              <a:rPr lang="fr-FR" dirty="0"/>
              <a:t>Plateformes Cloud : </a:t>
            </a:r>
            <a:r>
              <a:rPr lang="fr-FR" b="0" dirty="0">
                <a:latin typeface="Open Sans" panose="020B0606030504020204" pitchFamily="34" charset="0"/>
                <a:ea typeface="Open Sans" panose="020B0606030504020204" pitchFamily="34" charset="0"/>
                <a:cs typeface="Open Sans" panose="020B0606030504020204" pitchFamily="34" charset="0"/>
              </a:rPr>
              <a:t>Idéal pour les entreprises déjà dans un écosystème cloud et voulant une solution entreprise.</a:t>
            </a:r>
          </a:p>
          <a:p>
            <a:r>
              <a:rPr lang="fr-FR" dirty="0" err="1"/>
              <a:t>From</a:t>
            </a:r>
            <a:r>
              <a:rPr lang="fr-FR" dirty="0"/>
              <a:t> Scratch : </a:t>
            </a:r>
            <a:r>
              <a:rPr lang="fr-FR" b="0" dirty="0">
                <a:latin typeface="Open Sans" panose="020B0606030504020204" pitchFamily="34" charset="0"/>
                <a:ea typeface="Open Sans" panose="020B0606030504020204" pitchFamily="34" charset="0"/>
                <a:cs typeface="Open Sans" panose="020B0606030504020204" pitchFamily="34" charset="0"/>
              </a:rPr>
              <a:t>Pour les cas très spécifiques, avec une équipe technique forte, et un besoin de contrôle total.</a:t>
            </a:r>
          </a:p>
          <a:p>
            <a:r>
              <a:rPr lang="fr-FR" dirty="0">
                <a:latin typeface="Open Sans" panose="020B0606030504020204" pitchFamily="34" charset="0"/>
                <a:ea typeface="Open Sans" panose="020B0606030504020204" pitchFamily="34" charset="0"/>
                <a:cs typeface="Open Sans" panose="020B0606030504020204" pitchFamily="34" charset="0"/>
              </a:rPr>
              <a:t>No-Code/Low-Code :</a:t>
            </a:r>
            <a:r>
              <a:rPr lang="fr-FR" b="0" dirty="0">
                <a:latin typeface="Open Sans" panose="020B0606030504020204" pitchFamily="34" charset="0"/>
                <a:ea typeface="Open Sans" panose="020B0606030504020204" pitchFamily="34" charset="0"/>
                <a:cs typeface="Open Sans" panose="020B0606030504020204" pitchFamily="34" charset="0"/>
              </a:rPr>
              <a:t> Pour les non-développeurs ou pour prototyper rapidement, avec des besoins moins complexes.</a:t>
            </a:r>
            <a:endParaRPr lang="en-US" b="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10646043"/>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D6CDD3-74AD-6FA6-86DA-E3752E7B7646}"/>
              </a:ext>
            </a:extLst>
          </p:cNvPr>
          <p:cNvSpPr>
            <a:spLocks noGrp="1"/>
          </p:cNvSpPr>
          <p:nvPr>
            <p:ph type="title"/>
          </p:nvPr>
        </p:nvSpPr>
        <p:spPr>
          <a:xfrm>
            <a:off x="2274425" y="202559"/>
            <a:ext cx="9079375" cy="1059607"/>
          </a:xfrm>
        </p:spPr>
        <p:txBody>
          <a:bodyPr/>
          <a:lstStyle/>
          <a:p>
            <a:r>
              <a:rPr lang="fr-FR" dirty="0"/>
              <a:t>Focus sur les solutions No-Code/Low-Code :</a:t>
            </a:r>
          </a:p>
        </p:txBody>
      </p:sp>
      <p:sp>
        <p:nvSpPr>
          <p:cNvPr id="4" name="Rounded Rectangle">
            <a:extLst>
              <a:ext uri="{FF2B5EF4-FFF2-40B4-BE49-F238E27FC236}">
                <a16:creationId xmlns:a16="http://schemas.microsoft.com/office/drawing/2014/main" id="{7BDC8FE7-31F1-6380-034E-EF4F815F161B}"/>
              </a:ext>
            </a:extLst>
          </p:cNvPr>
          <p:cNvSpPr/>
          <p:nvPr/>
        </p:nvSpPr>
        <p:spPr>
          <a:xfrm>
            <a:off x="121636" y="1858765"/>
            <a:ext cx="2937153" cy="2133972"/>
          </a:xfrm>
          <a:prstGeom prst="roundRect">
            <a:avLst>
              <a:gd name="adj" fmla="val 9302"/>
            </a:avLst>
          </a:prstGeom>
          <a:ln/>
        </p:spPr>
        <p:style>
          <a:lnRef idx="2">
            <a:schemeClr val="accent5"/>
          </a:lnRef>
          <a:fillRef idx="1">
            <a:schemeClr val="lt1"/>
          </a:fillRef>
          <a:effectRef idx="0">
            <a:schemeClr val="accent5"/>
          </a:effectRef>
          <a:fontRef idx="minor">
            <a:schemeClr val="dk1"/>
          </a:fontRef>
        </p:style>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dirty="0">
              <a:solidFill>
                <a:srgbClr val="FFFFFF"/>
              </a:solidFill>
              <a:highlight>
                <a:srgbClr val="FFFF00"/>
              </a:highligh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5" name="Active Accounts">
            <a:extLst>
              <a:ext uri="{FF2B5EF4-FFF2-40B4-BE49-F238E27FC236}">
                <a16:creationId xmlns:a16="http://schemas.microsoft.com/office/drawing/2014/main" id="{7294B949-81AE-9E23-1509-CA582341CAA2}"/>
              </a:ext>
            </a:extLst>
          </p:cNvPr>
          <p:cNvSpPr txBox="1"/>
          <p:nvPr/>
        </p:nvSpPr>
        <p:spPr>
          <a:xfrm>
            <a:off x="175349" y="2226421"/>
            <a:ext cx="2829726" cy="16904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lvl1pPr>
              <a:lnSpc>
                <a:spcPct val="140000"/>
              </a:lnSpc>
              <a:defRPr sz="1600"/>
            </a:lvl1pPr>
          </a:lstStyle>
          <a:p>
            <a:pPr hangingPunct="1"/>
            <a:r>
              <a:rPr lang="fr-FR" sz="1100" dirty="0">
                <a:solidFill>
                  <a:schemeClr val="tx1"/>
                </a:solidFill>
              </a:rPr>
              <a:t>Plateforme d'automatisation open-source avec des nœuds pour intégrer des </a:t>
            </a:r>
            <a:r>
              <a:rPr lang="fr-FR" sz="1100" dirty="0" err="1">
                <a:solidFill>
                  <a:schemeClr val="tx1"/>
                </a:solidFill>
              </a:rPr>
              <a:t>LLMs</a:t>
            </a:r>
            <a:r>
              <a:rPr lang="fr-FR" sz="1100" dirty="0">
                <a:solidFill>
                  <a:schemeClr val="tx1"/>
                </a:solidFill>
              </a:rPr>
              <a:t> (</a:t>
            </a:r>
            <a:r>
              <a:rPr lang="fr-FR" sz="1100" dirty="0" err="1">
                <a:solidFill>
                  <a:schemeClr val="tx1"/>
                </a:solidFill>
              </a:rPr>
              <a:t>OpenAI</a:t>
            </a:r>
            <a:r>
              <a:rPr lang="fr-FR" sz="1100" dirty="0">
                <a:solidFill>
                  <a:schemeClr val="tx1"/>
                </a:solidFill>
              </a:rPr>
              <a:t>, etc.) et de nombreuses applications. Permet de créer des workflows complexes, y compris des agents IA qui orchestrent des taches.</a:t>
            </a:r>
          </a:p>
        </p:txBody>
      </p:sp>
      <p:sp>
        <p:nvSpPr>
          <p:cNvPr id="6" name="96M">
            <a:extLst>
              <a:ext uri="{FF2B5EF4-FFF2-40B4-BE49-F238E27FC236}">
                <a16:creationId xmlns:a16="http://schemas.microsoft.com/office/drawing/2014/main" id="{99DEBB13-F85C-EB50-84B9-96D806405A62}"/>
              </a:ext>
            </a:extLst>
          </p:cNvPr>
          <p:cNvSpPr txBox="1"/>
          <p:nvPr/>
        </p:nvSpPr>
        <p:spPr>
          <a:xfrm>
            <a:off x="815537" y="1868361"/>
            <a:ext cx="1331568" cy="381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5000">
                <a:latin typeface="+mn-lt"/>
                <a:ea typeface="+mn-ea"/>
                <a:cs typeface="+mn-cs"/>
                <a:sym typeface="Poppins SemiBold"/>
              </a:defRPr>
            </a:lvl1pPr>
          </a:lstStyle>
          <a:p>
            <a:pPr algn="ctr">
              <a:defRPr/>
            </a:pPr>
            <a:r>
              <a:rPr lang="fr-FR" sz="500" dirty="0">
                <a:solidFill>
                  <a:schemeClr val="bg1"/>
                </a:solidFill>
              </a:rPr>
              <a:t> </a:t>
            </a:r>
            <a:r>
              <a:rPr lang="fr-FR" sz="1800" b="1"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t>n</a:t>
            </a:r>
            <a:r>
              <a:rPr lang="fr-FR" sz="1800" b="1" dirty="0">
                <a:latin typeface="Open Sans Extrabold" panose="020B0606030504020204" pitchFamily="34" charset="0"/>
                <a:ea typeface="Open Sans Extrabold" panose="020B0606030504020204" pitchFamily="34" charset="0"/>
                <a:cs typeface="Open Sans Extrabold" panose="020B0606030504020204" pitchFamily="34" charset="0"/>
              </a:rPr>
              <a:t>8n </a:t>
            </a:r>
          </a:p>
        </p:txBody>
      </p:sp>
      <p:sp>
        <p:nvSpPr>
          <p:cNvPr id="10" name="Rounded Rectangle">
            <a:extLst>
              <a:ext uri="{FF2B5EF4-FFF2-40B4-BE49-F238E27FC236}">
                <a16:creationId xmlns:a16="http://schemas.microsoft.com/office/drawing/2014/main" id="{9E20EFAB-45E3-AAB9-095E-A5156B0AD9EE}"/>
              </a:ext>
            </a:extLst>
          </p:cNvPr>
          <p:cNvSpPr/>
          <p:nvPr/>
        </p:nvSpPr>
        <p:spPr>
          <a:xfrm>
            <a:off x="121636" y="4105820"/>
            <a:ext cx="2937153" cy="2064161"/>
          </a:xfrm>
          <a:prstGeom prst="roundRect">
            <a:avLst>
              <a:gd name="adj" fmla="val 9302"/>
            </a:avLst>
          </a:prstGeom>
          <a:ln/>
        </p:spPr>
        <p:style>
          <a:lnRef idx="2">
            <a:schemeClr val="accent5"/>
          </a:lnRef>
          <a:fillRef idx="1">
            <a:schemeClr val="lt1"/>
          </a:fillRef>
          <a:effectRef idx="0">
            <a:schemeClr val="accent5"/>
          </a:effectRef>
          <a:fontRef idx="minor">
            <a:schemeClr val="dk1"/>
          </a:fontRef>
        </p:style>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13" name="Rounded Rectangle">
            <a:extLst>
              <a:ext uri="{FF2B5EF4-FFF2-40B4-BE49-F238E27FC236}">
                <a16:creationId xmlns:a16="http://schemas.microsoft.com/office/drawing/2014/main" id="{A802EB75-CB83-B77E-1EF5-FF25A916098B}"/>
              </a:ext>
            </a:extLst>
          </p:cNvPr>
          <p:cNvSpPr/>
          <p:nvPr/>
        </p:nvSpPr>
        <p:spPr>
          <a:xfrm>
            <a:off x="7657935" y="2026348"/>
            <a:ext cx="2584451" cy="2828915"/>
          </a:xfrm>
          <a:prstGeom prst="roundRect">
            <a:avLst>
              <a:gd name="adj" fmla="val 9302"/>
            </a:avLst>
          </a:prstGeom>
          <a:ln/>
        </p:spPr>
        <p:style>
          <a:lnRef idx="2">
            <a:schemeClr val="accent4"/>
          </a:lnRef>
          <a:fillRef idx="1">
            <a:schemeClr val="lt1"/>
          </a:fillRef>
          <a:effectRef idx="0">
            <a:schemeClr val="accent4"/>
          </a:effectRef>
          <a:fontRef idx="minor">
            <a:schemeClr val="dk1"/>
          </a:fontRef>
        </p:style>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dirty="0">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22" name="Rounded Rectangle">
            <a:extLst>
              <a:ext uri="{FF2B5EF4-FFF2-40B4-BE49-F238E27FC236}">
                <a16:creationId xmlns:a16="http://schemas.microsoft.com/office/drawing/2014/main" id="{E84E3842-E8AD-55FA-3CA6-2CA836D6C9A0}"/>
              </a:ext>
            </a:extLst>
          </p:cNvPr>
          <p:cNvSpPr/>
          <p:nvPr/>
        </p:nvSpPr>
        <p:spPr>
          <a:xfrm>
            <a:off x="3362788" y="2639729"/>
            <a:ext cx="2247898" cy="2828915"/>
          </a:xfrm>
          <a:prstGeom prst="roundRect">
            <a:avLst>
              <a:gd name="adj" fmla="val 9302"/>
            </a:avLst>
          </a:prstGeom>
          <a:ln/>
        </p:spPr>
        <p:style>
          <a:lnRef idx="2">
            <a:schemeClr val="accent5"/>
          </a:lnRef>
          <a:fillRef idx="1">
            <a:schemeClr val="lt1"/>
          </a:fillRef>
          <a:effectRef idx="0">
            <a:schemeClr val="accent5"/>
          </a:effectRef>
          <a:fontRef idx="minor">
            <a:schemeClr val="dk1"/>
          </a:fontRef>
        </p:style>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dirty="0">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30" name="Rounded Rectangle">
            <a:extLst>
              <a:ext uri="{FF2B5EF4-FFF2-40B4-BE49-F238E27FC236}">
                <a16:creationId xmlns:a16="http://schemas.microsoft.com/office/drawing/2014/main" id="{2BCF8FCF-86F2-76D2-2711-5827561C5E94}"/>
              </a:ext>
            </a:extLst>
          </p:cNvPr>
          <p:cNvSpPr/>
          <p:nvPr/>
        </p:nvSpPr>
        <p:spPr>
          <a:xfrm>
            <a:off x="200795" y="966742"/>
            <a:ext cx="5409891" cy="773440"/>
          </a:xfrm>
          <a:prstGeom prst="roundRect">
            <a:avLst>
              <a:gd name="adj" fmla="val 9302"/>
            </a:avLst>
          </a:prstGeom>
          <a:ln/>
        </p:spPr>
        <p:style>
          <a:lnRef idx="2">
            <a:schemeClr val="accent5"/>
          </a:lnRef>
          <a:fillRef idx="1">
            <a:schemeClr val="lt1"/>
          </a:fillRef>
          <a:effectRef idx="0">
            <a:schemeClr val="accent5"/>
          </a:effectRef>
          <a:fontRef idx="minor">
            <a:schemeClr val="dk1"/>
          </a:fontRef>
        </p:style>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dirty="0">
              <a:solidFill>
                <a:srgbClr val="FFFFFF"/>
              </a:solidFill>
              <a:highlight>
                <a:srgbClr val="FFFF00"/>
              </a:highlight>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31" name="Rounded Rectangle">
            <a:extLst>
              <a:ext uri="{FF2B5EF4-FFF2-40B4-BE49-F238E27FC236}">
                <a16:creationId xmlns:a16="http://schemas.microsoft.com/office/drawing/2014/main" id="{F833EAD2-CC18-4293-AA78-F12BC45D1834}"/>
              </a:ext>
            </a:extLst>
          </p:cNvPr>
          <p:cNvSpPr/>
          <p:nvPr/>
        </p:nvSpPr>
        <p:spPr>
          <a:xfrm>
            <a:off x="6581316" y="966742"/>
            <a:ext cx="5310542" cy="773440"/>
          </a:xfrm>
          <a:prstGeom prst="roundRect">
            <a:avLst>
              <a:gd name="adj" fmla="val 9302"/>
            </a:avLst>
          </a:prstGeom>
          <a:ln/>
        </p:spPr>
        <p:style>
          <a:lnRef idx="2">
            <a:schemeClr val="accent4"/>
          </a:lnRef>
          <a:fillRef idx="1">
            <a:schemeClr val="lt1"/>
          </a:fillRef>
          <a:effectRef idx="0">
            <a:schemeClr val="accent4"/>
          </a:effectRef>
          <a:fontRef idx="minor">
            <a:schemeClr val="dk1"/>
          </a:fontRef>
        </p:style>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32" name="Titre 1">
            <a:extLst>
              <a:ext uri="{FF2B5EF4-FFF2-40B4-BE49-F238E27FC236}">
                <a16:creationId xmlns:a16="http://schemas.microsoft.com/office/drawing/2014/main" id="{E78D76DB-3F15-3246-C304-E6564B01CB78}"/>
              </a:ext>
            </a:extLst>
          </p:cNvPr>
          <p:cNvSpPr txBox="1">
            <a:spLocks/>
          </p:cNvSpPr>
          <p:nvPr/>
        </p:nvSpPr>
        <p:spPr>
          <a:xfrm>
            <a:off x="200795" y="834433"/>
            <a:ext cx="5310542" cy="1059607"/>
          </a:xfrm>
          <a:prstGeom prst="rect">
            <a:avLst/>
          </a:prstGeom>
        </p:spPr>
        <p:txBody>
          <a:bodyPr vert="horz" lIns="91440" tIns="45720" rIns="91440" bIns="45720" rtlCol="0" anchor="ctr">
            <a:normAutofit/>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rgbClr val="FFFFFF"/>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hangingPunct="1"/>
            <a:r>
              <a:rPr lang="fr-FR" sz="1800" dirty="0">
                <a:ln w="0"/>
                <a:solidFill>
                  <a:schemeClr val="tx1"/>
                </a:solidFill>
                <a:effectLst>
                  <a:outerShdw blurRad="38100" dist="19050" dir="2700000" algn="tl" rotWithShape="0">
                    <a:schemeClr val="dk1">
                      <a:alpha val="40000"/>
                    </a:schemeClr>
                  </a:outerShdw>
                </a:effectLst>
              </a:rPr>
              <a:t>Solutions d'Automatisation avec IA Intégrée :</a:t>
            </a:r>
          </a:p>
        </p:txBody>
      </p:sp>
      <p:sp>
        <p:nvSpPr>
          <p:cNvPr id="33" name="Titre 1">
            <a:extLst>
              <a:ext uri="{FF2B5EF4-FFF2-40B4-BE49-F238E27FC236}">
                <a16:creationId xmlns:a16="http://schemas.microsoft.com/office/drawing/2014/main" id="{67A509E7-F9A3-B4A9-8F94-7845722251A4}"/>
              </a:ext>
            </a:extLst>
          </p:cNvPr>
          <p:cNvSpPr txBox="1">
            <a:spLocks/>
          </p:cNvSpPr>
          <p:nvPr/>
        </p:nvSpPr>
        <p:spPr>
          <a:xfrm>
            <a:off x="6581315" y="858688"/>
            <a:ext cx="5310542" cy="1059607"/>
          </a:xfrm>
          <a:prstGeom prst="rect">
            <a:avLst/>
          </a:prstGeom>
        </p:spPr>
        <p:txBody>
          <a:bodyPr vert="horz" lIns="91440" tIns="45720" rIns="91440" bIns="45720" rtlCol="0" anchor="ctr">
            <a:normAutofit/>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rgbClr val="FFFFFF"/>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hangingPunct="1"/>
            <a:r>
              <a:rPr lang="fr-FR" sz="1800" dirty="0">
                <a:ln w="0"/>
                <a:solidFill>
                  <a:schemeClr val="tx1"/>
                </a:solidFill>
                <a:effectLst>
                  <a:outerShdw blurRad="38100" dist="19050" dir="2700000" algn="tl" rotWithShape="0">
                    <a:schemeClr val="dk1">
                      <a:alpha val="40000"/>
                    </a:schemeClr>
                  </a:outerShdw>
                </a:effectLst>
              </a:rPr>
              <a:t>Plateformes Spécialisées dans les Agents Conversationnels :</a:t>
            </a:r>
          </a:p>
        </p:txBody>
      </p:sp>
      <p:sp>
        <p:nvSpPr>
          <p:cNvPr id="34" name="96M">
            <a:extLst>
              <a:ext uri="{FF2B5EF4-FFF2-40B4-BE49-F238E27FC236}">
                <a16:creationId xmlns:a16="http://schemas.microsoft.com/office/drawing/2014/main" id="{1892D843-15A7-BF43-B3E3-9E9A6C2F1C08}"/>
              </a:ext>
            </a:extLst>
          </p:cNvPr>
          <p:cNvSpPr txBox="1"/>
          <p:nvPr/>
        </p:nvSpPr>
        <p:spPr>
          <a:xfrm>
            <a:off x="1160183" y="4191295"/>
            <a:ext cx="1331568" cy="381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5000">
                <a:latin typeface="+mn-lt"/>
                <a:ea typeface="+mn-ea"/>
                <a:cs typeface="+mn-cs"/>
                <a:sym typeface="Poppins SemiBold"/>
              </a:defRPr>
            </a:lvl1pPr>
          </a:lstStyle>
          <a:p>
            <a:pPr>
              <a:defRPr/>
            </a:pPr>
            <a:r>
              <a:rPr lang="fr-FR" sz="500" dirty="0">
                <a:solidFill>
                  <a:schemeClr val="bg1"/>
                </a:solidFill>
              </a:rPr>
              <a:t> </a:t>
            </a:r>
            <a:r>
              <a:rPr lang="fr-FR" sz="1800" b="1" dirty="0" err="1">
                <a:latin typeface="Open Sans Extrabold" panose="020B0606030504020204" pitchFamily="34" charset="0"/>
                <a:ea typeface="Open Sans Extrabold" panose="020B0606030504020204" pitchFamily="34" charset="0"/>
                <a:cs typeface="Open Sans Extrabold" panose="020B0606030504020204" pitchFamily="34" charset="0"/>
              </a:rPr>
              <a:t>Make</a:t>
            </a:r>
            <a:r>
              <a:rPr lang="fr-FR" sz="1800" b="1" dirty="0">
                <a:latin typeface="Open Sans Extrabold" panose="020B0606030504020204" pitchFamily="34" charset="0"/>
                <a:ea typeface="Open Sans Extrabold" panose="020B0606030504020204" pitchFamily="34" charset="0"/>
                <a:cs typeface="Open Sans Extrabold" panose="020B0606030504020204" pitchFamily="34" charset="0"/>
              </a:rPr>
              <a:t>  </a:t>
            </a:r>
          </a:p>
        </p:txBody>
      </p:sp>
      <p:sp>
        <p:nvSpPr>
          <p:cNvPr id="35" name="Active Accounts">
            <a:extLst>
              <a:ext uri="{FF2B5EF4-FFF2-40B4-BE49-F238E27FC236}">
                <a16:creationId xmlns:a16="http://schemas.microsoft.com/office/drawing/2014/main" id="{FE6955D5-8FF4-1B3C-6C33-59C04DBA3B05}"/>
              </a:ext>
            </a:extLst>
          </p:cNvPr>
          <p:cNvSpPr txBox="1"/>
          <p:nvPr/>
        </p:nvSpPr>
        <p:spPr>
          <a:xfrm>
            <a:off x="250875" y="4648150"/>
            <a:ext cx="2829726" cy="979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lvl1pPr>
              <a:lnSpc>
                <a:spcPct val="140000"/>
              </a:lnSpc>
              <a:defRPr sz="1600"/>
            </a:lvl1pPr>
          </a:lstStyle>
          <a:p>
            <a:pPr hangingPunct="1"/>
            <a:r>
              <a:rPr lang="fr-FR" sz="1100" dirty="0">
                <a:solidFill>
                  <a:schemeClr val="tx1"/>
                </a:solidFill>
              </a:rPr>
              <a:t>Similaire a N8N, avec une interface visuelle pour créer des scenarios. Possède des modules pour l'IA (</a:t>
            </a:r>
            <a:r>
              <a:rPr lang="fr-FR" sz="1100" dirty="0" err="1">
                <a:solidFill>
                  <a:schemeClr val="tx1"/>
                </a:solidFill>
              </a:rPr>
              <a:t>OpenAI</a:t>
            </a:r>
            <a:r>
              <a:rPr lang="fr-FR" sz="1100" dirty="0">
                <a:solidFill>
                  <a:schemeClr val="tx1"/>
                </a:solidFill>
              </a:rPr>
              <a:t>, etc.) et de nombreux connecteurs.</a:t>
            </a:r>
          </a:p>
        </p:txBody>
      </p:sp>
      <p:sp>
        <p:nvSpPr>
          <p:cNvPr id="36" name="96M">
            <a:extLst>
              <a:ext uri="{FF2B5EF4-FFF2-40B4-BE49-F238E27FC236}">
                <a16:creationId xmlns:a16="http://schemas.microsoft.com/office/drawing/2014/main" id="{FAE4BCD7-9EB6-6146-E979-990C9E4B8C80}"/>
              </a:ext>
            </a:extLst>
          </p:cNvPr>
          <p:cNvSpPr txBox="1"/>
          <p:nvPr/>
        </p:nvSpPr>
        <p:spPr>
          <a:xfrm>
            <a:off x="4026794" y="2685571"/>
            <a:ext cx="1331568" cy="381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5000">
                <a:latin typeface="+mn-lt"/>
                <a:ea typeface="+mn-ea"/>
                <a:cs typeface="+mn-cs"/>
                <a:sym typeface="Poppins SemiBold"/>
              </a:defRPr>
            </a:lvl1pPr>
          </a:lstStyle>
          <a:p>
            <a:pPr>
              <a:defRPr/>
            </a:pPr>
            <a:r>
              <a:rPr lang="fr-FR" sz="500" dirty="0">
                <a:solidFill>
                  <a:schemeClr val="bg1"/>
                </a:solidFill>
              </a:rPr>
              <a:t> </a:t>
            </a:r>
            <a:r>
              <a:rPr lang="fr-FR" sz="1800" b="1" dirty="0" err="1">
                <a:latin typeface="Open Sans Extrabold" panose="020B0606030504020204" pitchFamily="34" charset="0"/>
                <a:ea typeface="Open Sans Extrabold" panose="020B0606030504020204" pitchFamily="34" charset="0"/>
                <a:cs typeface="Open Sans Extrabold" panose="020B0606030504020204" pitchFamily="34" charset="0"/>
              </a:rPr>
              <a:t>Zapier</a:t>
            </a:r>
            <a:r>
              <a:rPr lang="fr-FR" sz="1800" b="1" dirty="0">
                <a:latin typeface="Open Sans Extrabold" panose="020B0606030504020204" pitchFamily="34" charset="0"/>
                <a:ea typeface="Open Sans Extrabold" panose="020B0606030504020204" pitchFamily="34" charset="0"/>
                <a:cs typeface="Open Sans Extrabold" panose="020B0606030504020204" pitchFamily="34" charset="0"/>
              </a:rPr>
              <a:t>   </a:t>
            </a:r>
          </a:p>
        </p:txBody>
      </p:sp>
      <p:sp>
        <p:nvSpPr>
          <p:cNvPr id="37" name="96M">
            <a:extLst>
              <a:ext uri="{FF2B5EF4-FFF2-40B4-BE49-F238E27FC236}">
                <a16:creationId xmlns:a16="http://schemas.microsoft.com/office/drawing/2014/main" id="{D740CEE7-7DDF-2F3C-E375-4C63C050AA2F}"/>
              </a:ext>
            </a:extLst>
          </p:cNvPr>
          <p:cNvSpPr txBox="1"/>
          <p:nvPr/>
        </p:nvSpPr>
        <p:spPr>
          <a:xfrm>
            <a:off x="8075186" y="2108796"/>
            <a:ext cx="1969709" cy="381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5000">
                <a:latin typeface="+mn-lt"/>
                <a:ea typeface="+mn-ea"/>
                <a:cs typeface="+mn-cs"/>
                <a:sym typeface="Poppins SemiBold"/>
              </a:defRPr>
            </a:lvl1pPr>
          </a:lstStyle>
          <a:p>
            <a:pPr>
              <a:defRPr/>
            </a:pPr>
            <a:r>
              <a:rPr lang="fr-FR" sz="500" dirty="0">
                <a:solidFill>
                  <a:schemeClr val="bg1"/>
                </a:solidFill>
              </a:rPr>
              <a:t> </a:t>
            </a:r>
            <a:r>
              <a:rPr lang="fr-FR" sz="1800" b="1" dirty="0">
                <a:latin typeface="Open Sans Extrabold" panose="020B0606030504020204" pitchFamily="34" charset="0"/>
                <a:ea typeface="Open Sans Extrabold" panose="020B0606030504020204" pitchFamily="34" charset="0"/>
                <a:cs typeface="Open Sans Extrabold" panose="020B0606030504020204" pitchFamily="34" charset="0"/>
              </a:rPr>
              <a:t>Agent Builder  </a:t>
            </a:r>
          </a:p>
        </p:txBody>
      </p:sp>
      <p:sp>
        <p:nvSpPr>
          <p:cNvPr id="38" name="Active Accounts">
            <a:extLst>
              <a:ext uri="{FF2B5EF4-FFF2-40B4-BE49-F238E27FC236}">
                <a16:creationId xmlns:a16="http://schemas.microsoft.com/office/drawing/2014/main" id="{07C3FC5E-C066-96F0-B042-01700D1887AC}"/>
              </a:ext>
            </a:extLst>
          </p:cNvPr>
          <p:cNvSpPr txBox="1"/>
          <p:nvPr/>
        </p:nvSpPr>
        <p:spPr>
          <a:xfrm>
            <a:off x="3440552" y="3146741"/>
            <a:ext cx="2126435" cy="16904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lvl1pPr>
              <a:lnSpc>
                <a:spcPct val="140000"/>
              </a:lnSpc>
              <a:defRPr sz="1600"/>
            </a:lvl1pPr>
          </a:lstStyle>
          <a:p>
            <a:pPr hangingPunct="1"/>
            <a:r>
              <a:rPr lang="fr-FR" sz="1100" dirty="0">
                <a:solidFill>
                  <a:schemeClr val="tx1"/>
                </a:solidFill>
              </a:rPr>
              <a:t>Automatisation entre applications web, avec des actions IA (comme </a:t>
            </a:r>
            <a:r>
              <a:rPr lang="fr-FR" sz="1100" dirty="0" err="1">
                <a:solidFill>
                  <a:schemeClr val="tx1"/>
                </a:solidFill>
              </a:rPr>
              <a:t>OpenAI</a:t>
            </a:r>
            <a:r>
              <a:rPr lang="fr-FR" sz="1100" dirty="0">
                <a:solidFill>
                  <a:schemeClr val="tx1"/>
                </a:solidFill>
              </a:rPr>
              <a:t>) dans les </a:t>
            </a:r>
            <a:r>
              <a:rPr lang="fr-FR" sz="1100" dirty="0" err="1">
                <a:solidFill>
                  <a:schemeClr val="tx1"/>
                </a:solidFill>
              </a:rPr>
              <a:t>Zaps</a:t>
            </a:r>
            <a:r>
              <a:rPr lang="fr-FR" sz="1100" dirty="0">
                <a:solidFill>
                  <a:schemeClr val="tx1"/>
                </a:solidFill>
              </a:rPr>
              <a:t>. Moins flexible que N8N ou </a:t>
            </a:r>
            <a:r>
              <a:rPr lang="fr-FR" sz="1100" dirty="0" err="1">
                <a:solidFill>
                  <a:schemeClr val="tx1"/>
                </a:solidFill>
              </a:rPr>
              <a:t>Make</a:t>
            </a:r>
            <a:r>
              <a:rPr lang="fr-FR" sz="1100" dirty="0">
                <a:solidFill>
                  <a:schemeClr val="tx1"/>
                </a:solidFill>
              </a:rPr>
              <a:t> pour des workflows complexes, mais très simple.</a:t>
            </a:r>
          </a:p>
        </p:txBody>
      </p:sp>
      <p:sp>
        <p:nvSpPr>
          <p:cNvPr id="39" name="Active Accounts">
            <a:extLst>
              <a:ext uri="{FF2B5EF4-FFF2-40B4-BE49-F238E27FC236}">
                <a16:creationId xmlns:a16="http://schemas.microsoft.com/office/drawing/2014/main" id="{79E7D206-71EE-487B-C72B-035EBEDEC87C}"/>
              </a:ext>
            </a:extLst>
          </p:cNvPr>
          <p:cNvSpPr txBox="1"/>
          <p:nvPr/>
        </p:nvSpPr>
        <p:spPr>
          <a:xfrm>
            <a:off x="7918460" y="2572245"/>
            <a:ext cx="2126435" cy="19274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lvl1pPr>
              <a:lnSpc>
                <a:spcPct val="140000"/>
              </a:lnSpc>
              <a:defRPr sz="1600"/>
            </a:lvl1pPr>
          </a:lstStyle>
          <a:p>
            <a:pPr hangingPunct="1"/>
            <a:r>
              <a:rPr lang="fr-FR" sz="1100" dirty="0">
                <a:solidFill>
                  <a:schemeClr val="tx1"/>
                </a:solidFill>
              </a:rPr>
              <a:t>Plateforme dédiée a la création d'agents conversationnels IA, avec des connecteurs et une interface de chat. Permet de configurer des agents avec des connaissances spécifiques et des actions.</a:t>
            </a:r>
          </a:p>
        </p:txBody>
      </p:sp>
    </p:spTree>
    <p:extLst>
      <p:ext uri="{BB962C8B-B14F-4D97-AF65-F5344CB8AC3E}">
        <p14:creationId xmlns:p14="http://schemas.microsoft.com/office/powerpoint/2010/main" val="3335348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re 18">
            <a:extLst>
              <a:ext uri="{FF2B5EF4-FFF2-40B4-BE49-F238E27FC236}">
                <a16:creationId xmlns:a16="http://schemas.microsoft.com/office/drawing/2014/main" id="{773C74CB-6029-15BF-F683-92A6456E058A}"/>
              </a:ext>
            </a:extLst>
          </p:cNvPr>
          <p:cNvSpPr>
            <a:spLocks noGrp="1"/>
          </p:cNvSpPr>
          <p:nvPr>
            <p:ph type="title"/>
          </p:nvPr>
        </p:nvSpPr>
        <p:spPr/>
        <p:txBody>
          <a:bodyPr/>
          <a:lstStyle/>
          <a:p>
            <a:r>
              <a:rPr lang="en-US" dirty="0"/>
              <a:t>Benchmark des Solutions no-code/low-code :</a:t>
            </a:r>
          </a:p>
        </p:txBody>
      </p:sp>
      <p:graphicFrame>
        <p:nvGraphicFramePr>
          <p:cNvPr id="2" name="Tableau 2">
            <a:extLst>
              <a:ext uri="{FF2B5EF4-FFF2-40B4-BE49-F238E27FC236}">
                <a16:creationId xmlns:a16="http://schemas.microsoft.com/office/drawing/2014/main" id="{62058AE3-55C3-0C20-D2E7-8AAB150E9D63}"/>
              </a:ext>
            </a:extLst>
          </p:cNvPr>
          <p:cNvGraphicFramePr>
            <a:graphicFrameLocks noGrp="1"/>
          </p:cNvGraphicFramePr>
          <p:nvPr>
            <p:ph type="tbl" sz="quarter" idx="10"/>
            <p:extLst>
              <p:ext uri="{D42A27DB-BD31-4B8C-83A1-F6EECF244321}">
                <p14:modId xmlns:p14="http://schemas.microsoft.com/office/powerpoint/2010/main" val="779937358"/>
              </p:ext>
            </p:extLst>
          </p:nvPr>
        </p:nvGraphicFramePr>
        <p:xfrm>
          <a:off x="264712" y="1855433"/>
          <a:ext cx="11094406" cy="4173380"/>
        </p:xfrm>
        <a:graphic>
          <a:graphicData uri="http://schemas.openxmlformats.org/drawingml/2006/table">
            <a:tbl>
              <a:tblPr firstRow="1" bandRow="1">
                <a:tableStyleId>{793D81CF-94F2-401A-BA57-92F5A7B2D0C5}</a:tableStyleId>
              </a:tblPr>
              <a:tblGrid>
                <a:gridCol w="1439801">
                  <a:extLst>
                    <a:ext uri="{9D8B030D-6E8A-4147-A177-3AD203B41FA5}">
                      <a16:colId xmlns:a16="http://schemas.microsoft.com/office/drawing/2014/main" val="378282193"/>
                    </a:ext>
                  </a:extLst>
                </a:gridCol>
                <a:gridCol w="2179607">
                  <a:extLst>
                    <a:ext uri="{9D8B030D-6E8A-4147-A177-3AD203B41FA5}">
                      <a16:colId xmlns:a16="http://schemas.microsoft.com/office/drawing/2014/main" val="647308901"/>
                    </a:ext>
                  </a:extLst>
                </a:gridCol>
                <a:gridCol w="2711989">
                  <a:extLst>
                    <a:ext uri="{9D8B030D-6E8A-4147-A177-3AD203B41FA5}">
                      <a16:colId xmlns:a16="http://schemas.microsoft.com/office/drawing/2014/main" val="63561211"/>
                    </a:ext>
                  </a:extLst>
                </a:gridCol>
                <a:gridCol w="2028686">
                  <a:extLst>
                    <a:ext uri="{9D8B030D-6E8A-4147-A177-3AD203B41FA5}">
                      <a16:colId xmlns:a16="http://schemas.microsoft.com/office/drawing/2014/main" val="501856840"/>
                    </a:ext>
                  </a:extLst>
                </a:gridCol>
                <a:gridCol w="2734323">
                  <a:extLst>
                    <a:ext uri="{9D8B030D-6E8A-4147-A177-3AD203B41FA5}">
                      <a16:colId xmlns:a16="http://schemas.microsoft.com/office/drawing/2014/main" val="1152409894"/>
                    </a:ext>
                  </a:extLst>
                </a:gridCol>
              </a:tblGrid>
              <a:tr h="184101">
                <a:tc>
                  <a:txBody>
                    <a:bodyPr/>
                    <a:lstStyle/>
                    <a:p>
                      <a:r>
                        <a:rPr lang="fr-FR" dirty="0"/>
                        <a:t>Critère</a:t>
                      </a:r>
                    </a:p>
                  </a:txBody>
                  <a:tcPr/>
                </a:tc>
                <a:tc>
                  <a:txBody>
                    <a:bodyPr/>
                    <a:lstStyle/>
                    <a:p>
                      <a:r>
                        <a:rPr lang="fr-FR" dirty="0"/>
                        <a:t>n8n</a:t>
                      </a:r>
                    </a:p>
                  </a:txBody>
                  <a:tcPr/>
                </a:tc>
                <a:tc>
                  <a:txBody>
                    <a:bodyPr/>
                    <a:lstStyle/>
                    <a:p>
                      <a:r>
                        <a:rPr lang="fr-FR" dirty="0" err="1"/>
                        <a:t>Make</a:t>
                      </a:r>
                      <a:endParaRPr lang="fr-FR" dirty="0"/>
                    </a:p>
                  </a:txBody>
                  <a:tcPr/>
                </a:tc>
                <a:tc>
                  <a:txBody>
                    <a:bodyPr/>
                    <a:lstStyle/>
                    <a:p>
                      <a:pPr marL="0" marR="0" indent="0" algn="ctr" defTabSz="412750" latinLnBrk="0">
                        <a:lnSpc>
                          <a:spcPct val="100000"/>
                        </a:lnSpc>
                        <a:spcBef>
                          <a:spcPts val="0"/>
                        </a:spcBef>
                        <a:spcAft>
                          <a:spcPts val="0"/>
                        </a:spcAft>
                        <a:buClrTx/>
                        <a:buSzTx/>
                        <a:buFontTx/>
                        <a:buNone/>
                        <a:tabLst/>
                      </a:pPr>
                      <a:r>
                        <a:rPr lang="fr-FR" sz="1200" b="1" i="0" u="none" strike="noStrike" cap="none" spc="0" baseline="0" dirty="0" err="1">
                          <a:solidFill>
                            <a:schemeClr val="lt1"/>
                          </a:solidFill>
                          <a:effectLst/>
                          <a:uFillTx/>
                          <a:latin typeface="+mn-lt"/>
                          <a:ea typeface="+mn-ea"/>
                          <a:cs typeface="+mn-cs"/>
                          <a:sym typeface="Poppins Light"/>
                        </a:rPr>
                        <a:t>Zapier</a:t>
                      </a:r>
                      <a:r>
                        <a:rPr lang="fr-FR" sz="1200" b="0" i="0" u="none" strike="noStrike" cap="none" spc="0" baseline="0" dirty="0">
                          <a:solidFill>
                            <a:schemeClr val="lt1"/>
                          </a:solidFill>
                          <a:effectLst/>
                          <a:uFillTx/>
                          <a:latin typeface="+mn-lt"/>
                          <a:ea typeface="+mn-ea"/>
                          <a:cs typeface="+mn-cs"/>
                          <a:sym typeface="Poppins Light"/>
                        </a:rPr>
                        <a:t> </a:t>
                      </a:r>
                      <a:endParaRPr lang="fr-FR" sz="1200" b="1" i="0" u="none" strike="noStrike" cap="none" spc="0" baseline="0" dirty="0">
                        <a:solidFill>
                          <a:schemeClr val="lt1"/>
                        </a:solidFill>
                        <a:uFillTx/>
                        <a:latin typeface="+mn-lt"/>
                        <a:ea typeface="+mn-ea"/>
                        <a:cs typeface="+mn-cs"/>
                        <a:sym typeface="Poppins Light"/>
                      </a:endParaRPr>
                    </a:p>
                  </a:txBody>
                  <a:tcPr marL="101600" marR="101600" marT="63500" marB="63500" anchor="ctr"/>
                </a:tc>
                <a:tc>
                  <a:txBody>
                    <a:bodyPr/>
                    <a:lstStyle/>
                    <a:p>
                      <a:pPr marL="0" marR="0" indent="0" algn="ctr" defTabSz="412750" latinLnBrk="0">
                        <a:lnSpc>
                          <a:spcPct val="100000"/>
                        </a:lnSpc>
                        <a:spcBef>
                          <a:spcPts val="0"/>
                        </a:spcBef>
                        <a:spcAft>
                          <a:spcPts val="0"/>
                        </a:spcAft>
                        <a:buClrTx/>
                        <a:buSzTx/>
                        <a:buFontTx/>
                        <a:buNone/>
                        <a:tabLst/>
                      </a:pPr>
                      <a:r>
                        <a:rPr lang="fr-FR" sz="1200" b="1" i="0" u="none" strike="noStrike" cap="none" spc="0" baseline="0" dirty="0">
                          <a:solidFill>
                            <a:schemeClr val="lt1"/>
                          </a:solidFill>
                          <a:uFillTx/>
                          <a:latin typeface="+mn-lt"/>
                          <a:ea typeface="+mn-ea"/>
                          <a:cs typeface="+mn-cs"/>
                          <a:sym typeface="Poppins Light"/>
                        </a:rPr>
                        <a:t>Agent Builder </a:t>
                      </a:r>
                    </a:p>
                  </a:txBody>
                  <a:tcPr marL="101600" marR="101600" marT="63500" marB="63500" anchor="ctr"/>
                </a:tc>
                <a:extLst>
                  <a:ext uri="{0D108BD9-81ED-4DB2-BD59-A6C34878D82A}">
                    <a16:rowId xmlns:a16="http://schemas.microsoft.com/office/drawing/2014/main" val="1170739551"/>
                  </a:ext>
                </a:extLst>
              </a:tr>
              <a:tr h="506237">
                <a:tc>
                  <a:txBody>
                    <a:bodyPr/>
                    <a:lstStyle/>
                    <a:p>
                      <a:r>
                        <a:rPr lang="fr-FR" sz="1200" b="1" i="0" u="none" strike="noStrike" cap="none" spc="0" baseline="0" dirty="0">
                          <a:solidFill>
                            <a:schemeClr val="dk1"/>
                          </a:solidFill>
                          <a:effectLst/>
                          <a:uFillTx/>
                          <a:latin typeface="+mn-lt"/>
                          <a:ea typeface="+mn-ea"/>
                          <a:cs typeface="+mn-cs"/>
                          <a:sym typeface="Poppins Light"/>
                        </a:rPr>
                        <a:t>Coût</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Open-source</a:t>
                      </a:r>
                      <a:r>
                        <a:rPr lang="fr-FR" sz="1200" b="0" i="0" u="none" strike="noStrike" cap="none" spc="0" baseline="0" dirty="0">
                          <a:solidFill>
                            <a:schemeClr val="dk1"/>
                          </a:solidFill>
                          <a:effectLst/>
                          <a:uFillTx/>
                          <a:latin typeface="+mn-lt"/>
                          <a:ea typeface="+mn-ea"/>
                          <a:cs typeface="+mn-cs"/>
                          <a:sym typeface="Poppins Light"/>
                        </a:rPr>
                        <a:t> + Cloud payant</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Abonnement mensuel</a:t>
                      </a:r>
                    </a:p>
                    <a:p>
                      <a:pPr marL="0" marR="0" lvl="0" indent="0" algn="ctr" defTabSz="412750" eaLnBrk="1" fontAlgn="auto" latinLnBrk="0" hangingPunct="1">
                        <a:lnSpc>
                          <a:spcPct val="100000"/>
                        </a:lnSpc>
                        <a:spcBef>
                          <a:spcPts val="0"/>
                        </a:spcBef>
                        <a:spcAft>
                          <a:spcPts val="0"/>
                        </a:spcAft>
                        <a:buClrTx/>
                        <a:buSzTx/>
                        <a:buFontTx/>
                        <a:buNone/>
                        <a:tabLst/>
                        <a:defRPr/>
                      </a:pPr>
                      <a:r>
                        <a:rPr lang="fr-FR" sz="1200" b="0" i="0" u="none" strike="noStrike" cap="none" spc="0" baseline="0" dirty="0">
                          <a:solidFill>
                            <a:schemeClr val="dk1"/>
                          </a:solidFill>
                          <a:effectLst/>
                          <a:uFillTx/>
                          <a:latin typeface="+mn-lt"/>
                          <a:ea typeface="+mn-ea"/>
                          <a:cs typeface="+mn-cs"/>
                          <a:sym typeface="Poppins Light"/>
                        </a:rPr>
                        <a:t>(</a:t>
                      </a:r>
                      <a:r>
                        <a:rPr lang="en-US" sz="1200" b="0" i="0" u="none" strike="noStrike" cap="none" spc="0" baseline="0" dirty="0">
                          <a:solidFill>
                            <a:schemeClr val="dk1"/>
                          </a:solidFill>
                          <a:effectLst/>
                          <a:uFillTx/>
                          <a:latin typeface="+mn-lt"/>
                          <a:ea typeface="+mn-ea"/>
                          <a:cs typeface="+mn-cs"/>
                          <a:sym typeface="Poppins Light"/>
                        </a:rPr>
                        <a:t>Basic : ~10€/</a:t>
                      </a:r>
                      <a:r>
                        <a:rPr lang="en-US" sz="1200" b="0" i="0" u="none" strike="noStrike" cap="none" spc="0" baseline="0" dirty="0" err="1">
                          <a:solidFill>
                            <a:schemeClr val="dk1"/>
                          </a:solidFill>
                          <a:effectLst/>
                          <a:uFillTx/>
                          <a:latin typeface="+mn-lt"/>
                          <a:ea typeface="+mn-ea"/>
                          <a:cs typeface="+mn-cs"/>
                          <a:sym typeface="Poppins Light"/>
                        </a:rPr>
                        <a:t>mois</a:t>
                      </a:r>
                      <a:r>
                        <a:rPr lang="en-US" sz="1200" b="0" i="0" u="none" strike="noStrike" cap="none" spc="0" baseline="0" dirty="0">
                          <a:solidFill>
                            <a:schemeClr val="dk1"/>
                          </a:solidFill>
                          <a:effectLst/>
                          <a:uFillTx/>
                          <a:latin typeface="+mn-lt"/>
                          <a:ea typeface="+mn-ea"/>
                          <a:cs typeface="+mn-cs"/>
                          <a:sym typeface="Poppins Light"/>
                        </a:rPr>
                        <a:t> (1 000 ops))</a:t>
                      </a:r>
                    </a:p>
                    <a:p>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Abonnement mensuel</a:t>
                      </a:r>
                    </a:p>
                    <a:p>
                      <a:r>
                        <a:rPr lang="fr-FR" sz="1200" b="0" i="0" u="none" strike="noStrike" cap="none" spc="0" baseline="0" dirty="0">
                          <a:solidFill>
                            <a:schemeClr val="dk1"/>
                          </a:solidFill>
                          <a:effectLst/>
                          <a:uFillTx/>
                          <a:latin typeface="+mn-lt"/>
                          <a:ea typeface="+mn-ea"/>
                          <a:cs typeface="+mn-cs"/>
                          <a:sym typeface="Poppins Light"/>
                        </a:rPr>
                        <a:t>(~20€/mois (750 </a:t>
                      </a:r>
                      <a:r>
                        <a:rPr lang="fr-FR" sz="1200" b="0" i="0" u="none" strike="noStrike" cap="none" spc="0" baseline="0" dirty="0" err="1">
                          <a:solidFill>
                            <a:schemeClr val="dk1"/>
                          </a:solidFill>
                          <a:effectLst/>
                          <a:uFillTx/>
                          <a:latin typeface="+mn-lt"/>
                          <a:ea typeface="+mn-ea"/>
                          <a:cs typeface="+mn-cs"/>
                          <a:sym typeface="Poppins Light"/>
                        </a:rPr>
                        <a:t>tasks</a:t>
                      </a:r>
                      <a:r>
                        <a:rPr lang="fr-FR" sz="1200" b="0" i="0" u="none" strike="noStrike" cap="none" spc="0" baseline="0" dirty="0">
                          <a:solidFill>
                            <a:schemeClr val="dk1"/>
                          </a:solidFill>
                          <a:effectLst/>
                          <a:uFillTx/>
                          <a:latin typeface="+mn-lt"/>
                          <a:ea typeface="+mn-ea"/>
                          <a:cs typeface="+mn-cs"/>
                          <a:sym typeface="Poppins Light"/>
                        </a:rPr>
                        <a:t>))</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Gratuit pour usage basique</a:t>
                      </a:r>
                      <a:endParaRPr lang="fr-FR" b="1" dirty="0"/>
                    </a:p>
                  </a:txBody>
                  <a:tcPr/>
                </a:tc>
                <a:extLst>
                  <a:ext uri="{0D108BD9-81ED-4DB2-BD59-A6C34878D82A}">
                    <a16:rowId xmlns:a16="http://schemas.microsoft.com/office/drawing/2014/main" val="1158967543"/>
                  </a:ext>
                </a:extLst>
              </a:tr>
              <a:tr h="453020">
                <a:tc>
                  <a:txBody>
                    <a:bodyPr/>
                    <a:lstStyle/>
                    <a:p>
                      <a:r>
                        <a:rPr lang="fr-FR" b="1" dirty="0"/>
                        <a:t>Niveau technique</a:t>
                      </a:r>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Intermédiaire à Avancé</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Débutant à Intermédiaire</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Débutant</a:t>
                      </a:r>
                      <a:endParaRPr lang="fr-FR" b="1"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Débutant</a:t>
                      </a:r>
                      <a:endParaRPr lang="fr-FR" b="1" dirty="0"/>
                    </a:p>
                  </a:txBody>
                  <a:tcPr/>
                </a:tc>
                <a:extLst>
                  <a:ext uri="{0D108BD9-81ED-4DB2-BD59-A6C34878D82A}">
                    <a16:rowId xmlns:a16="http://schemas.microsoft.com/office/drawing/2014/main" val="1226296489"/>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Temps de développement</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2-4 semaines</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1-2 semaines</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1-7 jours</a:t>
                      </a:r>
                      <a:endParaRPr lang="fr-FR" b="1"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1-3 jours</a:t>
                      </a:r>
                      <a:endParaRPr lang="fr-FR" b="1" dirty="0"/>
                    </a:p>
                  </a:txBody>
                  <a:tcPr/>
                </a:tc>
                <a:extLst>
                  <a:ext uri="{0D108BD9-81ED-4DB2-BD59-A6C34878D82A}">
                    <a16:rowId xmlns:a16="http://schemas.microsoft.com/office/drawing/2014/main" val="108511240"/>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Capacités IA Natives</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Bonnes</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Bonnes</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Limitées</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Excellent</a:t>
                      </a:r>
                      <a:endParaRPr lang="fr-FR" b="1" dirty="0"/>
                    </a:p>
                  </a:txBody>
                  <a:tcPr/>
                </a:tc>
                <a:extLst>
                  <a:ext uri="{0D108BD9-81ED-4DB2-BD59-A6C34878D82A}">
                    <a16:rowId xmlns:a16="http://schemas.microsoft.com/office/drawing/2014/main" val="2028862489"/>
                  </a:ext>
                </a:extLst>
              </a:tr>
              <a:tr h="453020">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b="1" i="0" u="none" strike="noStrike" cap="none" spc="0" baseline="0" dirty="0">
                          <a:solidFill>
                            <a:schemeClr val="dk1"/>
                          </a:solidFill>
                          <a:effectLst/>
                          <a:uFillTx/>
                          <a:latin typeface="+mn-lt"/>
                          <a:ea typeface="+mn-ea"/>
                          <a:cs typeface="+mn-cs"/>
                          <a:sym typeface="Poppins Light"/>
                        </a:rPr>
                        <a:t>Amélioration des modèles</a:t>
                      </a:r>
                      <a:endParaRPr lang="fr-FR" dirty="0"/>
                    </a:p>
                  </a:txBody>
                  <a:tcPr/>
                </a:tc>
                <a:tc>
                  <a:txBody>
                    <a:bodyPr/>
                    <a:lstStyle/>
                    <a:p>
                      <a:pPr algn="l"/>
                      <a:r>
                        <a:rPr lang="fr-FR" sz="1200" b="1" i="0" u="none" strike="noStrike" cap="none" spc="0" baseline="0" dirty="0">
                          <a:solidFill>
                            <a:schemeClr val="dk1"/>
                          </a:solidFill>
                          <a:effectLst/>
                          <a:uFillTx/>
                          <a:latin typeface="+mn-lt"/>
                          <a:ea typeface="+mn-ea"/>
                          <a:cs typeface="+mn-cs"/>
                          <a:sym typeface="Poppins Light"/>
                        </a:rPr>
                        <a:t>Prompt Engineering, RAG</a:t>
                      </a:r>
                      <a:r>
                        <a:rPr lang="fr-FR" b="1" dirty="0">
                          <a:effectLst/>
                          <a:latin typeface="quote-cjk-patch"/>
                        </a:rPr>
                        <a:t>	</a:t>
                      </a:r>
                    </a:p>
                  </a:txBody>
                  <a:tcPr marL="101600" marR="101600" marT="63500" marB="63500" anchor="ctr"/>
                </a:tc>
                <a:tc>
                  <a:txBody>
                    <a:bodyPr/>
                    <a:lstStyle/>
                    <a:p>
                      <a:r>
                        <a:rPr lang="fr-FR" sz="1200" b="0" i="0" u="none" strike="noStrike" cap="none" spc="0" baseline="0" dirty="0">
                          <a:solidFill>
                            <a:schemeClr val="dk1"/>
                          </a:solidFill>
                          <a:effectLst/>
                          <a:uFillTx/>
                          <a:latin typeface="+mn-lt"/>
                          <a:ea typeface="+mn-ea"/>
                          <a:cs typeface="+mn-cs"/>
                          <a:sym typeface="Poppins Light"/>
                        </a:rPr>
                        <a:t>Prompt Engineering, RAG (partiel via des modules)</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Prompt Engineering, RAG(partiel via des APPS)</a:t>
                      </a:r>
                      <a:endParaRPr lang="fr-FR" dirty="0"/>
                    </a:p>
                  </a:txBody>
                  <a:tcPr/>
                </a:tc>
                <a:tc>
                  <a:txBody>
                    <a:bodyPr/>
                    <a:lstStyle/>
                    <a:p>
                      <a:r>
                        <a:rPr lang="fr-FR" b="1" dirty="0"/>
                        <a:t>Prompt Engineering, RAG</a:t>
                      </a:r>
                    </a:p>
                  </a:txBody>
                  <a:tcPr/>
                </a:tc>
                <a:extLst>
                  <a:ext uri="{0D108BD9-81ED-4DB2-BD59-A6C34878D82A}">
                    <a16:rowId xmlns:a16="http://schemas.microsoft.com/office/drawing/2014/main" val="4199717057"/>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Interface</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Workflows visuels</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Workflows visuels</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Très simple</a:t>
                      </a:r>
                      <a:endParaRPr lang="fr-FR" b="1"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Chat-</a:t>
                      </a:r>
                      <a:r>
                        <a:rPr lang="fr-FR" sz="1200" b="0" i="0" u="none" strike="noStrike" cap="none" spc="0" baseline="0" dirty="0" err="1">
                          <a:solidFill>
                            <a:schemeClr val="dk1"/>
                          </a:solidFill>
                          <a:effectLst/>
                          <a:uFillTx/>
                          <a:latin typeface="+mn-lt"/>
                          <a:ea typeface="+mn-ea"/>
                          <a:cs typeface="+mn-cs"/>
                          <a:sym typeface="Poppins Light"/>
                        </a:rPr>
                        <a:t>focused</a:t>
                      </a:r>
                      <a:endParaRPr lang="fr-FR" dirty="0"/>
                    </a:p>
                  </a:txBody>
                  <a:tcPr/>
                </a:tc>
                <a:extLst>
                  <a:ext uri="{0D108BD9-81ED-4DB2-BD59-A6C34878D82A}">
                    <a16:rowId xmlns:a16="http://schemas.microsoft.com/office/drawing/2014/main" val="3002971273"/>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Connecteurs</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~400+</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2,000+</a:t>
                      </a:r>
                      <a:endParaRPr lang="fr-FR" b="1"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6,000+</a:t>
                      </a:r>
                      <a:endParaRPr lang="fr-FR" b="1"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~50+</a:t>
                      </a:r>
                      <a:endParaRPr lang="fr-FR" dirty="0"/>
                    </a:p>
                  </a:txBody>
                  <a:tcPr/>
                </a:tc>
                <a:extLst>
                  <a:ext uri="{0D108BD9-81ED-4DB2-BD59-A6C34878D82A}">
                    <a16:rowId xmlns:a16="http://schemas.microsoft.com/office/drawing/2014/main" val="1209709870"/>
                  </a:ext>
                </a:extLst>
              </a:tr>
              <a:tr h="453020">
                <a:tc>
                  <a:txBody>
                    <a:bodyPr/>
                    <a:lstStyle/>
                    <a:p>
                      <a:r>
                        <a:rPr lang="fr-FR" sz="1200" b="1" i="0" u="none" strike="noStrike" cap="none" spc="0" baseline="0" dirty="0">
                          <a:solidFill>
                            <a:schemeClr val="dk1"/>
                          </a:solidFill>
                          <a:effectLst/>
                          <a:uFillTx/>
                          <a:latin typeface="+mn-lt"/>
                          <a:ea typeface="+mn-ea"/>
                          <a:cs typeface="+mn-cs"/>
                          <a:sym typeface="Poppins Light"/>
                        </a:rPr>
                        <a:t>Scalabilité</a:t>
                      </a:r>
                      <a:endParaRPr lang="fr-FR" dirty="0"/>
                    </a:p>
                  </a:txBody>
                  <a:tcPr/>
                </a:tc>
                <a:tc>
                  <a:txBody>
                    <a:bodyPr/>
                    <a:lstStyle/>
                    <a:p>
                      <a:r>
                        <a:rPr lang="fr-FR" sz="1200" b="1" i="0" u="none" strike="noStrike" cap="none" spc="0" baseline="0" dirty="0">
                          <a:solidFill>
                            <a:schemeClr val="dk1"/>
                          </a:solidFill>
                          <a:effectLst/>
                          <a:uFillTx/>
                          <a:latin typeface="+mn-lt"/>
                          <a:ea typeface="+mn-ea"/>
                          <a:cs typeface="+mn-cs"/>
                          <a:sym typeface="Poppins Light"/>
                        </a:rPr>
                        <a:t>Illimitée</a:t>
                      </a:r>
                      <a:endParaRPr lang="fr-FR" b="1"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Limitée par plan</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Limitée par plan</a:t>
                      </a:r>
                      <a:endParaRPr lang="fr-FR" dirty="0"/>
                    </a:p>
                  </a:txBody>
                  <a:tcPr/>
                </a:tc>
                <a:tc>
                  <a:txBody>
                    <a:bodyPr/>
                    <a:lstStyle/>
                    <a:p>
                      <a:r>
                        <a:rPr lang="fr-FR" sz="1200" b="0" i="0" u="none" strike="noStrike" cap="none" spc="0" baseline="0" dirty="0">
                          <a:solidFill>
                            <a:schemeClr val="dk1"/>
                          </a:solidFill>
                          <a:effectLst/>
                          <a:uFillTx/>
                          <a:latin typeface="+mn-lt"/>
                          <a:ea typeface="+mn-ea"/>
                          <a:cs typeface="+mn-cs"/>
                          <a:sym typeface="Poppins Light"/>
                        </a:rPr>
                        <a:t>Limitée par plateforme</a:t>
                      </a:r>
                      <a:endParaRPr lang="fr-FR" dirty="0"/>
                    </a:p>
                  </a:txBody>
                  <a:tcPr/>
                </a:tc>
                <a:extLst>
                  <a:ext uri="{0D108BD9-81ED-4DB2-BD59-A6C34878D82A}">
                    <a16:rowId xmlns:a16="http://schemas.microsoft.com/office/drawing/2014/main" val="430695393"/>
                  </a:ext>
                </a:extLst>
              </a:tr>
            </a:tbl>
          </a:graphicData>
        </a:graphic>
      </p:graphicFrame>
    </p:spTree>
    <p:extLst>
      <p:ext uri="{BB962C8B-B14F-4D97-AF65-F5344CB8AC3E}">
        <p14:creationId xmlns:p14="http://schemas.microsoft.com/office/powerpoint/2010/main" val="1635935859"/>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re 27">
            <a:extLst>
              <a:ext uri="{FF2B5EF4-FFF2-40B4-BE49-F238E27FC236}">
                <a16:creationId xmlns:a16="http://schemas.microsoft.com/office/drawing/2014/main" id="{592AE826-6B49-4032-C222-7D23A6F6062E}"/>
              </a:ext>
            </a:extLst>
          </p:cNvPr>
          <p:cNvSpPr>
            <a:spLocks noGrp="1"/>
          </p:cNvSpPr>
          <p:nvPr>
            <p:ph type="title"/>
          </p:nvPr>
        </p:nvSpPr>
        <p:spPr>
          <a:xfrm>
            <a:off x="6403618" y="663112"/>
            <a:ext cx="5345806" cy="738188"/>
          </a:xfrm>
        </p:spPr>
        <p:txBody>
          <a:bodyPr/>
          <a:lstStyle/>
          <a:p>
            <a:r>
              <a:rPr lang="en-US" dirty="0"/>
              <a:t>Conclusion</a:t>
            </a:r>
          </a:p>
        </p:txBody>
      </p:sp>
      <p:sp>
        <p:nvSpPr>
          <p:cNvPr id="29" name="Espace réservé du texte 28">
            <a:extLst>
              <a:ext uri="{FF2B5EF4-FFF2-40B4-BE49-F238E27FC236}">
                <a16:creationId xmlns:a16="http://schemas.microsoft.com/office/drawing/2014/main" id="{6DF72AE0-5B08-265B-73DE-B2DC092A9D92}"/>
              </a:ext>
            </a:extLst>
          </p:cNvPr>
          <p:cNvSpPr>
            <a:spLocks noGrp="1"/>
          </p:cNvSpPr>
          <p:nvPr>
            <p:ph type="body" sz="quarter" idx="12"/>
          </p:nvPr>
        </p:nvSpPr>
        <p:spPr>
          <a:xfrm>
            <a:off x="6308334" y="1032206"/>
            <a:ext cx="5536374" cy="5488791"/>
          </a:xfrm>
        </p:spPr>
        <p:txBody>
          <a:bodyPr/>
          <a:lstStyle/>
          <a:p>
            <a:pPr marL="0" indent="0">
              <a:buNone/>
            </a:pPr>
            <a:endParaRPr lang="fr-FR" dirty="0"/>
          </a:p>
          <a:p>
            <a:pPr marL="0" indent="0">
              <a:buNone/>
            </a:pPr>
            <a:r>
              <a:rPr lang="fr-FR" dirty="0"/>
              <a:t>Le choix dépendra des contraintes et des objectifs :</a:t>
            </a:r>
          </a:p>
          <a:p>
            <a:endParaRPr lang="fr-FR" dirty="0"/>
          </a:p>
          <a:p>
            <a:r>
              <a:rPr lang="fr-FR" dirty="0"/>
              <a:t>Agent Builder : </a:t>
            </a:r>
            <a:r>
              <a:rPr lang="fr-FR" b="0" dirty="0">
                <a:latin typeface="Open Sans" panose="020B0606030504020204" pitchFamily="34" charset="0"/>
                <a:ea typeface="Open Sans" panose="020B0606030504020204" pitchFamily="34" charset="0"/>
                <a:cs typeface="Open Sans" panose="020B0606030504020204" pitchFamily="34" charset="0"/>
              </a:rPr>
              <a:t>Idéal pour la création d'agents conversationnels intelligents. Mais, il n'est pas conçu pour l'orchestration technique complexe.</a:t>
            </a:r>
          </a:p>
          <a:p>
            <a:r>
              <a:rPr lang="fr-FR" dirty="0"/>
              <a:t>n8n : </a:t>
            </a:r>
            <a:r>
              <a:rPr lang="fr-FR" b="0" dirty="0">
                <a:latin typeface="Open Sans" panose="020B0606030504020204" pitchFamily="34" charset="0"/>
                <a:ea typeface="Open Sans" panose="020B0606030504020204" pitchFamily="34" charset="0"/>
                <a:cs typeface="Open Sans" panose="020B0606030504020204" pitchFamily="34" charset="0"/>
              </a:rPr>
              <a:t>Outil d'orchestration puissant. Il offre un contrôle technique étendu et est adapté aux intégrations personnalisées. </a:t>
            </a:r>
          </a:p>
          <a:p>
            <a:r>
              <a:rPr lang="fr-FR" dirty="0" err="1"/>
              <a:t>Make</a:t>
            </a:r>
            <a:r>
              <a:rPr lang="fr-FR" dirty="0"/>
              <a:t> : </a:t>
            </a:r>
            <a:r>
              <a:rPr lang="fr-FR" b="0" dirty="0">
                <a:latin typeface="Open Sans" panose="020B0606030504020204" pitchFamily="34" charset="0"/>
                <a:ea typeface="Open Sans" panose="020B0606030504020204" pitchFamily="34" charset="0"/>
                <a:cs typeface="Open Sans" panose="020B0606030504020204" pitchFamily="34" charset="0"/>
              </a:rPr>
              <a:t>Une plateforme visuelle avec un large éventail de connecteurs. Il se situe entre </a:t>
            </a:r>
            <a:r>
              <a:rPr lang="fr-FR" b="0" dirty="0" err="1">
                <a:latin typeface="Open Sans" panose="020B0606030504020204" pitchFamily="34" charset="0"/>
                <a:ea typeface="Open Sans" panose="020B0606030504020204" pitchFamily="34" charset="0"/>
                <a:cs typeface="Open Sans" panose="020B0606030504020204" pitchFamily="34" charset="0"/>
              </a:rPr>
              <a:t>Zapier</a:t>
            </a:r>
            <a:r>
              <a:rPr lang="fr-FR" b="0" dirty="0">
                <a:latin typeface="Open Sans" panose="020B0606030504020204" pitchFamily="34" charset="0"/>
                <a:ea typeface="Open Sans" panose="020B0606030504020204" pitchFamily="34" charset="0"/>
                <a:cs typeface="Open Sans" panose="020B0606030504020204" pitchFamily="34" charset="0"/>
              </a:rPr>
              <a:t> et n8n en termes de complexité et de flexibilité.</a:t>
            </a:r>
          </a:p>
          <a:p>
            <a:r>
              <a:rPr lang="fr-FR" dirty="0" err="1">
                <a:latin typeface="Open Sans" panose="020B0606030504020204" pitchFamily="34" charset="0"/>
                <a:ea typeface="Open Sans" panose="020B0606030504020204" pitchFamily="34" charset="0"/>
                <a:cs typeface="Open Sans" panose="020B0606030504020204" pitchFamily="34" charset="0"/>
              </a:rPr>
              <a:t>Zapier</a:t>
            </a:r>
            <a:r>
              <a:rPr lang="fr-FR" dirty="0">
                <a:latin typeface="Open Sans" panose="020B0606030504020204" pitchFamily="34" charset="0"/>
                <a:ea typeface="Open Sans" panose="020B0606030504020204" pitchFamily="34" charset="0"/>
                <a:cs typeface="Open Sans" panose="020B0606030504020204" pitchFamily="34" charset="0"/>
              </a:rPr>
              <a:t> : </a:t>
            </a:r>
            <a:r>
              <a:rPr lang="fr-FR" b="0" dirty="0">
                <a:latin typeface="Open Sans" panose="020B0606030504020204" pitchFamily="34" charset="0"/>
                <a:ea typeface="Open Sans" panose="020B0606030504020204" pitchFamily="34" charset="0"/>
                <a:cs typeface="Open Sans" panose="020B0606030504020204" pitchFamily="34" charset="0"/>
              </a:rPr>
              <a:t>Idéale pour les automatisations simples. Mais il est limité pour les workflows complexes.</a:t>
            </a:r>
            <a:endParaRPr lang="en-US" b="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57621647"/>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ounded Rectangle">
            <a:extLst>
              <a:ext uri="{FF2B5EF4-FFF2-40B4-BE49-F238E27FC236}">
                <a16:creationId xmlns:a16="http://schemas.microsoft.com/office/drawing/2014/main" id="{C5360B06-54C1-A727-2B98-8D3211CB3E7B}"/>
              </a:ext>
            </a:extLst>
          </p:cNvPr>
          <p:cNvSpPr/>
          <p:nvPr/>
        </p:nvSpPr>
        <p:spPr>
          <a:xfrm>
            <a:off x="104773" y="1376039"/>
            <a:ext cx="5731240" cy="4830798"/>
          </a:xfrm>
          <a:prstGeom prst="roundRect">
            <a:avLst>
              <a:gd name="adj" fmla="val 7143"/>
            </a:avLst>
          </a:prstGeom>
          <a:solidFill>
            <a:srgbClr val="FFFFFF"/>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25" name="Titre 1">
            <a:extLst>
              <a:ext uri="{FF2B5EF4-FFF2-40B4-BE49-F238E27FC236}">
                <a16:creationId xmlns:a16="http://schemas.microsoft.com/office/drawing/2014/main" id="{E5A80F0A-EE1A-B76A-E389-BD30D484FF02}"/>
              </a:ext>
            </a:extLst>
          </p:cNvPr>
          <p:cNvSpPr>
            <a:spLocks noGrp="1"/>
          </p:cNvSpPr>
          <p:nvPr>
            <p:ph type="title"/>
          </p:nvPr>
        </p:nvSpPr>
        <p:spPr>
          <a:xfrm>
            <a:off x="145777" y="1236574"/>
            <a:ext cx="5731240" cy="1059607"/>
          </a:xfrm>
        </p:spPr>
        <p:txBody>
          <a:bodyPr/>
          <a:lstStyle/>
          <a:p>
            <a:pPr algn="ctr"/>
            <a:r>
              <a:rPr lang="fr-FR" b="1" dirty="0">
                <a:solidFill>
                  <a:srgbClr val="0F1115"/>
                </a:solidFill>
                <a:effectLst/>
                <a:latin typeface="quote-cjk-patch"/>
              </a:rPr>
              <a:t>Les Solutions No-Code/Low-Code : Connecteurs Propriétaires pour l'intégration :</a:t>
            </a:r>
          </a:p>
        </p:txBody>
      </p:sp>
      <p:sp>
        <p:nvSpPr>
          <p:cNvPr id="16" name="Titre 18">
            <a:extLst>
              <a:ext uri="{FF2B5EF4-FFF2-40B4-BE49-F238E27FC236}">
                <a16:creationId xmlns:a16="http://schemas.microsoft.com/office/drawing/2014/main" id="{90DF8F14-C5EB-8BDF-52E1-BB8664D1E48E}"/>
              </a:ext>
            </a:extLst>
          </p:cNvPr>
          <p:cNvSpPr txBox="1">
            <a:spLocks/>
          </p:cNvSpPr>
          <p:nvPr/>
        </p:nvSpPr>
        <p:spPr>
          <a:xfrm>
            <a:off x="2123652" y="176967"/>
            <a:ext cx="9062212" cy="1059607"/>
          </a:xfrm>
          <a:prstGeom prst="rect">
            <a:avLst/>
          </a:prstGeom>
        </p:spPr>
        <p:txBody>
          <a:bodyPr vert="horz" lIns="91440" tIns="45720" rIns="91440" bIns="45720" rtlCol="0" anchor="ctr">
            <a:normAutofit/>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chemeClr val="tx1"/>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hangingPunct="1"/>
            <a:r>
              <a:rPr lang="fr-FR" dirty="0">
                <a:solidFill>
                  <a:schemeClr val="bg1"/>
                </a:solidFill>
              </a:rPr>
              <a:t>Comment mon agent IA interagit avec le monde extérieur ?</a:t>
            </a:r>
            <a:endParaRPr lang="en-US" dirty="0">
              <a:solidFill>
                <a:schemeClr val="bg1"/>
              </a:solidFill>
            </a:endParaRPr>
          </a:p>
        </p:txBody>
      </p:sp>
      <p:sp>
        <p:nvSpPr>
          <p:cNvPr id="17" name="Rounded Rectangle">
            <a:extLst>
              <a:ext uri="{FF2B5EF4-FFF2-40B4-BE49-F238E27FC236}">
                <a16:creationId xmlns:a16="http://schemas.microsoft.com/office/drawing/2014/main" id="{1D3A28C4-A9BF-1525-CA6D-CCB70C30AEE6}"/>
              </a:ext>
            </a:extLst>
          </p:cNvPr>
          <p:cNvSpPr/>
          <p:nvPr/>
        </p:nvSpPr>
        <p:spPr>
          <a:xfrm>
            <a:off x="6096000" y="1376039"/>
            <a:ext cx="5731240" cy="4830798"/>
          </a:xfrm>
          <a:prstGeom prst="roundRect">
            <a:avLst>
              <a:gd name="adj" fmla="val 7143"/>
            </a:avLst>
          </a:prstGeom>
          <a:solidFill>
            <a:srgbClr val="FFFFFF"/>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endParaRPr sz="1600" b="1" dirty="0">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19" name="Titre 1">
            <a:extLst>
              <a:ext uri="{FF2B5EF4-FFF2-40B4-BE49-F238E27FC236}">
                <a16:creationId xmlns:a16="http://schemas.microsoft.com/office/drawing/2014/main" id="{A3B7D330-EF78-1F84-A019-7DBE1AA7D042}"/>
              </a:ext>
            </a:extLst>
          </p:cNvPr>
          <p:cNvSpPr txBox="1">
            <a:spLocks/>
          </p:cNvSpPr>
          <p:nvPr/>
        </p:nvSpPr>
        <p:spPr>
          <a:xfrm>
            <a:off x="6096000" y="1277767"/>
            <a:ext cx="5731240" cy="870689"/>
          </a:xfrm>
          <a:prstGeom prst="rect">
            <a:avLst/>
          </a:prstGeom>
        </p:spPr>
        <p:txBody>
          <a:bodyPr vert="horz" lIns="91440" tIns="45720" rIns="91440" bIns="45720" rtlCol="0" anchor="ctr">
            <a:normAutofit fontScale="92500"/>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rgbClr val="FFFFFF"/>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algn="ctr" hangingPunct="1"/>
            <a:r>
              <a:rPr lang="fr-FR" dirty="0">
                <a:solidFill>
                  <a:schemeClr val="tx1"/>
                </a:solidFill>
              </a:rPr>
              <a:t>MCP (Model </a:t>
            </a:r>
            <a:r>
              <a:rPr lang="fr-FR" dirty="0" err="1">
                <a:solidFill>
                  <a:schemeClr val="tx1"/>
                </a:solidFill>
              </a:rPr>
              <a:t>Context</a:t>
            </a:r>
            <a:r>
              <a:rPr lang="fr-FR" dirty="0">
                <a:solidFill>
                  <a:schemeClr val="tx1"/>
                </a:solidFill>
              </a:rPr>
              <a:t> Protocol) : Un standard ouvert pour les </a:t>
            </a:r>
            <a:r>
              <a:rPr lang="fr-FR" dirty="0" err="1">
                <a:solidFill>
                  <a:schemeClr val="tx1"/>
                </a:solidFill>
              </a:rPr>
              <a:t>frameworks</a:t>
            </a:r>
            <a:r>
              <a:rPr lang="fr-FR" dirty="0">
                <a:solidFill>
                  <a:schemeClr val="tx1"/>
                </a:solidFill>
              </a:rPr>
              <a:t> d'agents IA :</a:t>
            </a:r>
          </a:p>
        </p:txBody>
      </p:sp>
      <p:sp>
        <p:nvSpPr>
          <p:cNvPr id="20" name="Titre 1">
            <a:extLst>
              <a:ext uri="{FF2B5EF4-FFF2-40B4-BE49-F238E27FC236}">
                <a16:creationId xmlns:a16="http://schemas.microsoft.com/office/drawing/2014/main" id="{0C6772D8-1A84-477B-6F62-CDCAFE94CECC}"/>
              </a:ext>
            </a:extLst>
          </p:cNvPr>
          <p:cNvSpPr txBox="1">
            <a:spLocks/>
          </p:cNvSpPr>
          <p:nvPr/>
        </p:nvSpPr>
        <p:spPr>
          <a:xfrm>
            <a:off x="63769" y="1959474"/>
            <a:ext cx="5731240" cy="2088743"/>
          </a:xfrm>
          <a:prstGeom prst="rect">
            <a:avLst/>
          </a:prstGeom>
        </p:spPr>
        <p:txBody>
          <a:bodyPr vert="horz" lIns="91440" tIns="45720" rIns="91440" bIns="45720" rtlCol="0" anchor="ctr">
            <a:normAutofit/>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rgbClr val="FFFFFF"/>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marL="342900" indent="-342900" hangingPunct="1">
              <a:buFont typeface="Arial" panose="020B0604020202020204" pitchFamily="34" charset="0"/>
              <a:buChar char="•"/>
            </a:pPr>
            <a:r>
              <a:rPr lang="fr-FR" sz="1400" dirty="0">
                <a:solidFill>
                  <a:srgbClr val="0F1115"/>
                </a:solidFill>
                <a:latin typeface="quote-cjk-patch"/>
              </a:rPr>
              <a:t>Chaque plateforme propose sa propre bibliothèque de connecteurs (nœuds dans N8N, </a:t>
            </a:r>
            <a:r>
              <a:rPr lang="fr-FR" sz="1400" dirty="0" err="1">
                <a:solidFill>
                  <a:srgbClr val="0F1115"/>
                </a:solidFill>
                <a:latin typeface="quote-cjk-patch"/>
              </a:rPr>
              <a:t>ChatKit</a:t>
            </a:r>
            <a:r>
              <a:rPr lang="fr-FR" sz="1400" dirty="0">
                <a:solidFill>
                  <a:srgbClr val="0F1115"/>
                </a:solidFill>
                <a:latin typeface="quote-cjk-patch"/>
              </a:rPr>
              <a:t> dans </a:t>
            </a:r>
            <a:r>
              <a:rPr lang="fr-FR" sz="1400" dirty="0" err="1">
                <a:solidFill>
                  <a:srgbClr val="0F1115"/>
                </a:solidFill>
                <a:latin typeface="quote-cjk-patch"/>
              </a:rPr>
              <a:t>AgentBuilder</a:t>
            </a:r>
            <a:r>
              <a:rPr lang="fr-FR" sz="1400" dirty="0">
                <a:solidFill>
                  <a:srgbClr val="0F1115"/>
                </a:solidFill>
                <a:latin typeface="quote-cjk-patch"/>
              </a:rPr>
              <a:t>, etc.)</a:t>
            </a:r>
          </a:p>
          <a:p>
            <a:pPr hangingPunct="1"/>
            <a:endParaRPr lang="fr-FR" sz="1400" dirty="0">
              <a:solidFill>
                <a:srgbClr val="0F1115"/>
              </a:solidFill>
              <a:latin typeface="quote-cjk-patch"/>
            </a:endParaRPr>
          </a:p>
          <a:p>
            <a:pPr marL="342900" indent="-342900" hangingPunct="1">
              <a:buFont typeface="Arial" panose="020B0604020202020204" pitchFamily="34" charset="0"/>
              <a:buChar char="•"/>
            </a:pPr>
            <a:r>
              <a:rPr lang="fr-FR" sz="1400" dirty="0">
                <a:solidFill>
                  <a:srgbClr val="0F1115"/>
                </a:solidFill>
                <a:latin typeface="quote-cjk-patch"/>
              </a:rPr>
              <a:t>Ces connecteurs utilisent des APIs existantes pour interagir avec des services externes (bases de données, applications SaaS, etc.)</a:t>
            </a:r>
          </a:p>
          <a:p>
            <a:pPr hangingPunct="1"/>
            <a:endParaRPr lang="fr-FR" sz="1400" dirty="0">
              <a:solidFill>
                <a:srgbClr val="0F1115"/>
              </a:solidFill>
              <a:latin typeface="quote-cjk-patch"/>
            </a:endParaRPr>
          </a:p>
          <a:p>
            <a:pPr marL="342900" indent="-342900" hangingPunct="1">
              <a:buFont typeface="Arial" panose="020B0604020202020204" pitchFamily="34" charset="0"/>
              <a:buChar char="•"/>
            </a:pPr>
            <a:r>
              <a:rPr lang="fr-FR" sz="1400" dirty="0">
                <a:solidFill>
                  <a:srgbClr val="0F1115"/>
                </a:solidFill>
                <a:latin typeface="quote-cjk-patch"/>
              </a:rPr>
              <a:t>Possibilité d'ajouter des connecteurs personnalisés via des clés API (ex: nœud HTTP dans N8N) pour des services non listés.</a:t>
            </a:r>
          </a:p>
        </p:txBody>
      </p:sp>
      <p:sp>
        <p:nvSpPr>
          <p:cNvPr id="23" name="Titre 1">
            <a:extLst>
              <a:ext uri="{FF2B5EF4-FFF2-40B4-BE49-F238E27FC236}">
                <a16:creationId xmlns:a16="http://schemas.microsoft.com/office/drawing/2014/main" id="{BF16D493-0E6A-8817-2B7C-1BEDE0B88E43}"/>
              </a:ext>
            </a:extLst>
          </p:cNvPr>
          <p:cNvSpPr txBox="1">
            <a:spLocks/>
          </p:cNvSpPr>
          <p:nvPr/>
        </p:nvSpPr>
        <p:spPr>
          <a:xfrm>
            <a:off x="6096000" y="2088903"/>
            <a:ext cx="5731240" cy="2088743"/>
          </a:xfrm>
          <a:prstGeom prst="rect">
            <a:avLst/>
          </a:prstGeom>
        </p:spPr>
        <p:txBody>
          <a:bodyPr vert="horz" lIns="91440" tIns="45720" rIns="91440" bIns="45720" rtlCol="0" anchor="ctr">
            <a:normAutofit/>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rgbClr val="FFFFFF"/>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marL="342900" indent="-342900" hangingPunct="1">
              <a:buFont typeface="Arial" panose="020B0604020202020204" pitchFamily="34" charset="0"/>
              <a:buChar char="•"/>
            </a:pPr>
            <a:r>
              <a:rPr lang="fr-FR" sz="1400" dirty="0">
                <a:solidFill>
                  <a:srgbClr val="0F1115"/>
                </a:solidFill>
                <a:latin typeface="quote-cjk-patch"/>
              </a:rPr>
              <a:t>Protocole conçu pour connecter des outils et des données aux modèles de langage (</a:t>
            </a:r>
            <a:r>
              <a:rPr lang="fr-FR" sz="1400" dirty="0" err="1">
                <a:solidFill>
                  <a:srgbClr val="0F1115"/>
                </a:solidFill>
                <a:latin typeface="quote-cjk-patch"/>
              </a:rPr>
              <a:t>LLMs</a:t>
            </a:r>
            <a:r>
              <a:rPr lang="fr-FR" sz="1400" dirty="0">
                <a:solidFill>
                  <a:srgbClr val="0F1115"/>
                </a:solidFill>
                <a:latin typeface="quote-cjk-patch"/>
              </a:rPr>
              <a:t>) de manière standardisée.</a:t>
            </a:r>
          </a:p>
          <a:p>
            <a:pPr hangingPunct="1"/>
            <a:endParaRPr lang="fr-FR" sz="1400" dirty="0">
              <a:solidFill>
                <a:srgbClr val="0F1115"/>
              </a:solidFill>
              <a:latin typeface="quote-cjk-patch"/>
            </a:endParaRPr>
          </a:p>
          <a:p>
            <a:pPr marL="342900" indent="-342900" hangingPunct="1">
              <a:buFont typeface="Arial" panose="020B0604020202020204" pitchFamily="34" charset="0"/>
              <a:buChar char="•"/>
            </a:pPr>
            <a:r>
              <a:rPr lang="fr-FR" sz="1400" dirty="0">
                <a:solidFill>
                  <a:srgbClr val="0F1115"/>
                </a:solidFill>
                <a:latin typeface="quote-cjk-patch"/>
              </a:rPr>
              <a:t>On peut le considérer comme une API améliorée : elle n'est pas faite pour les humains mais plutôt pour les </a:t>
            </a:r>
            <a:r>
              <a:rPr lang="fr-FR" sz="1400" dirty="0" err="1">
                <a:solidFill>
                  <a:srgbClr val="0F1115"/>
                </a:solidFill>
                <a:latin typeface="quote-cjk-patch"/>
              </a:rPr>
              <a:t>LLMs</a:t>
            </a:r>
            <a:r>
              <a:rPr lang="fr-FR" sz="1400" dirty="0">
                <a:solidFill>
                  <a:srgbClr val="0F1115"/>
                </a:solidFill>
                <a:latin typeface="quote-cjk-patch"/>
              </a:rPr>
              <a:t>.</a:t>
            </a:r>
          </a:p>
          <a:p>
            <a:pPr hangingPunct="1"/>
            <a:endParaRPr lang="fr-FR" sz="1400" dirty="0">
              <a:solidFill>
                <a:srgbClr val="0F1115"/>
              </a:solidFill>
              <a:latin typeface="quote-cjk-patch"/>
            </a:endParaRPr>
          </a:p>
          <a:p>
            <a:pPr marL="342900" indent="-342900" hangingPunct="1">
              <a:buFont typeface="Arial" panose="020B0604020202020204" pitchFamily="34" charset="0"/>
              <a:buChar char="•"/>
            </a:pPr>
            <a:r>
              <a:rPr lang="fr-FR" sz="1400" dirty="0">
                <a:solidFill>
                  <a:srgbClr val="0F1115"/>
                </a:solidFill>
                <a:latin typeface="quote-cjk-patch"/>
              </a:rPr>
              <a:t>Architecture client-serveur : le client (l'agent) communique avec des serveurs MCP qui exposent des outils (</a:t>
            </a:r>
            <a:r>
              <a:rPr lang="fr-FR" sz="1400" dirty="0" err="1">
                <a:solidFill>
                  <a:srgbClr val="0F1115"/>
                </a:solidFill>
                <a:latin typeface="quote-cjk-patch"/>
              </a:rPr>
              <a:t>tools</a:t>
            </a:r>
            <a:r>
              <a:rPr lang="fr-FR" sz="1400" dirty="0">
                <a:solidFill>
                  <a:srgbClr val="0F1115"/>
                </a:solidFill>
                <a:latin typeface="quote-cjk-patch"/>
              </a:rPr>
              <a:t>) et des ressources (</a:t>
            </a:r>
            <a:r>
              <a:rPr lang="fr-FR" sz="1400" dirty="0" err="1">
                <a:solidFill>
                  <a:srgbClr val="0F1115"/>
                </a:solidFill>
                <a:latin typeface="quote-cjk-patch"/>
              </a:rPr>
              <a:t>resources</a:t>
            </a:r>
            <a:r>
              <a:rPr lang="fr-FR" sz="1400" dirty="0">
                <a:solidFill>
                  <a:srgbClr val="0F1115"/>
                </a:solidFill>
                <a:latin typeface="quote-cjk-patch"/>
              </a:rPr>
              <a:t>).</a:t>
            </a:r>
          </a:p>
          <a:p>
            <a:pPr marL="342900" indent="-342900" hangingPunct="1">
              <a:buFont typeface="Arial" panose="020B0604020202020204" pitchFamily="34" charset="0"/>
              <a:buChar char="•"/>
            </a:pPr>
            <a:endParaRPr lang="fr-FR" sz="1400" dirty="0">
              <a:solidFill>
                <a:srgbClr val="0F1115"/>
              </a:solidFill>
              <a:latin typeface="quote-cjk-patch"/>
            </a:endParaRPr>
          </a:p>
        </p:txBody>
      </p:sp>
      <p:sp>
        <p:nvSpPr>
          <p:cNvPr id="26" name="Titre 1">
            <a:extLst>
              <a:ext uri="{FF2B5EF4-FFF2-40B4-BE49-F238E27FC236}">
                <a16:creationId xmlns:a16="http://schemas.microsoft.com/office/drawing/2014/main" id="{59FC8E2C-2787-BD9E-C449-AA4DF40C11F9}"/>
              </a:ext>
            </a:extLst>
          </p:cNvPr>
          <p:cNvSpPr txBox="1">
            <a:spLocks/>
          </p:cNvSpPr>
          <p:nvPr/>
        </p:nvSpPr>
        <p:spPr>
          <a:xfrm>
            <a:off x="6277992" y="3766226"/>
            <a:ext cx="5367255" cy="2088743"/>
          </a:xfrm>
          <a:prstGeom prst="rect">
            <a:avLst/>
          </a:prstGeom>
        </p:spPr>
        <p:txBody>
          <a:bodyPr vert="horz" lIns="91440" tIns="45720" rIns="91440" bIns="45720" rtlCol="0" anchor="ctr">
            <a:normAutofit/>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rgbClr val="FFFFFF"/>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hangingPunct="1"/>
            <a:r>
              <a:rPr lang="fr-FR" sz="1400" dirty="0">
                <a:solidFill>
                  <a:srgbClr val="0F1115"/>
                </a:solidFill>
                <a:latin typeface="quote-cjk-patch"/>
              </a:rPr>
              <a:t>    </a:t>
            </a:r>
          </a:p>
        </p:txBody>
      </p:sp>
      <p:sp>
        <p:nvSpPr>
          <p:cNvPr id="29" name="Titre 1">
            <a:extLst>
              <a:ext uri="{FF2B5EF4-FFF2-40B4-BE49-F238E27FC236}">
                <a16:creationId xmlns:a16="http://schemas.microsoft.com/office/drawing/2014/main" id="{E5F2F7BF-C9E7-BD9C-C1C4-FCC2E4211FE5}"/>
              </a:ext>
            </a:extLst>
          </p:cNvPr>
          <p:cNvSpPr txBox="1">
            <a:spLocks/>
          </p:cNvSpPr>
          <p:nvPr/>
        </p:nvSpPr>
        <p:spPr>
          <a:xfrm>
            <a:off x="6096000" y="3865735"/>
            <a:ext cx="5954882" cy="2301146"/>
          </a:xfrm>
          <a:prstGeom prst="rect">
            <a:avLst/>
          </a:prstGeom>
        </p:spPr>
        <p:txBody>
          <a:bodyPr vert="horz" lIns="91440" tIns="45720" rIns="91440" bIns="45720" rtlCol="0" anchor="ctr">
            <a:normAutofit/>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rgbClr val="FFFFFF"/>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hangingPunct="1"/>
            <a:r>
              <a:rPr lang="fr-FR" sz="1400" dirty="0">
                <a:solidFill>
                  <a:srgbClr val="0F1115"/>
                </a:solidFill>
                <a:latin typeface="quote-cjk-patch"/>
              </a:rPr>
              <a:t>[Client MCP] ← [Protocole Standard] → [Serveur MCP] ←→  [Outils Externes] </a:t>
            </a:r>
          </a:p>
          <a:p>
            <a:pPr hangingPunct="1"/>
            <a:r>
              <a:rPr lang="fr-FR" sz="1400" dirty="0">
                <a:solidFill>
                  <a:srgbClr val="0F1115"/>
                </a:solidFill>
                <a:latin typeface="quote-cjk-patch"/>
              </a:rPr>
              <a:t>        ↑                                                                         ↑                            ↑</a:t>
            </a:r>
          </a:p>
          <a:p>
            <a:pPr hangingPunct="1"/>
            <a:r>
              <a:rPr lang="fr-FR" sz="1400" dirty="0">
                <a:solidFill>
                  <a:srgbClr val="0F1115"/>
                </a:solidFill>
                <a:latin typeface="quote-cjk-patch"/>
              </a:rPr>
              <a:t>N'importe quel                                             Adaptateur               Service cible</a:t>
            </a:r>
          </a:p>
          <a:p>
            <a:pPr hangingPunct="1"/>
            <a:r>
              <a:rPr lang="fr-FR" sz="1400" dirty="0">
                <a:solidFill>
                  <a:srgbClr val="0F1115"/>
                </a:solidFill>
                <a:latin typeface="quote-cjk-patch"/>
              </a:rPr>
              <a:t>client MCP                                                      Standardisé</a:t>
            </a:r>
          </a:p>
          <a:p>
            <a:pPr hangingPunct="1"/>
            <a:r>
              <a:rPr lang="fr-FR" sz="1400" dirty="0">
                <a:solidFill>
                  <a:srgbClr val="0F1115"/>
                </a:solidFill>
                <a:latin typeface="quote-cjk-patch"/>
              </a:rPr>
              <a:t>(Agent/Framework</a:t>
            </a:r>
          </a:p>
          <a:p>
            <a:pPr hangingPunct="1"/>
            <a:r>
              <a:rPr lang="fr-FR" sz="1400" dirty="0">
                <a:solidFill>
                  <a:srgbClr val="0F1115"/>
                </a:solidFill>
                <a:latin typeface="quote-cjk-patch"/>
              </a:rPr>
              <a:t>IA)</a:t>
            </a:r>
          </a:p>
        </p:txBody>
      </p:sp>
      <p:sp>
        <p:nvSpPr>
          <p:cNvPr id="30" name="Titre 1">
            <a:extLst>
              <a:ext uri="{FF2B5EF4-FFF2-40B4-BE49-F238E27FC236}">
                <a16:creationId xmlns:a16="http://schemas.microsoft.com/office/drawing/2014/main" id="{167E53EF-3608-CA88-3530-F74FDB35EB5A}"/>
              </a:ext>
            </a:extLst>
          </p:cNvPr>
          <p:cNvSpPr txBox="1">
            <a:spLocks/>
          </p:cNvSpPr>
          <p:nvPr/>
        </p:nvSpPr>
        <p:spPr>
          <a:xfrm>
            <a:off x="168412" y="3660024"/>
            <a:ext cx="5731240" cy="2301146"/>
          </a:xfrm>
          <a:prstGeom prst="rect">
            <a:avLst/>
          </a:prstGeom>
        </p:spPr>
        <p:txBody>
          <a:bodyPr vert="horz" lIns="91440" tIns="45720" rIns="91440" bIns="45720" rtlCol="0" anchor="ctr">
            <a:normAutofit/>
          </a:bodyPr>
          <a:lstStyle>
            <a:lvl1pPr marL="0" marR="0" indent="0" algn="l" defTabSz="412750" rtl="0" latinLnBrk="0">
              <a:lnSpc>
                <a:spcPct val="90000"/>
              </a:lnSpc>
              <a:spcBef>
                <a:spcPts val="0"/>
              </a:spcBef>
              <a:spcAft>
                <a:spcPts val="0"/>
              </a:spcAft>
              <a:buClrTx/>
              <a:buSzTx/>
              <a:buFontTx/>
              <a:buNone/>
              <a:tabLst/>
              <a:defRPr sz="2200" b="0" i="0" u="none" strike="noStrike" cap="none" spc="0" baseline="0">
                <a:solidFill>
                  <a:srgbClr val="FFFFFF"/>
                </a:solidFill>
                <a:uFillTx/>
                <a:latin typeface="Open Sans SemiBold" pitchFamily="2" charset="0"/>
                <a:ea typeface="Open Sans SemiBold" pitchFamily="2" charset="0"/>
                <a:cs typeface="Open Sans SemiBold" pitchFamily="2" charset="0"/>
                <a:sym typeface="Poppins SemiBold"/>
              </a:defRPr>
            </a:lvl1pPr>
            <a:lvl2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2pPr>
            <a:lvl3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3pPr>
            <a:lvl4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4pPr>
            <a:lvl5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5pPr>
            <a:lvl6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6pPr>
            <a:lvl7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7pPr>
            <a:lvl8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8pPr>
            <a:lvl9pPr marL="0" marR="0" indent="0" algn="l" defTabSz="412750" rtl="0" latinLnBrk="0">
              <a:lnSpc>
                <a:spcPct val="120000"/>
              </a:lnSpc>
              <a:spcBef>
                <a:spcPts val="0"/>
              </a:spcBef>
              <a:spcAft>
                <a:spcPts val="0"/>
              </a:spcAft>
              <a:buClrTx/>
              <a:buSzTx/>
              <a:buFontTx/>
              <a:buNone/>
              <a:tabLst/>
              <a:defRPr sz="5000" b="0" i="0" u="none" strike="noStrike" cap="none" spc="0" baseline="0">
                <a:solidFill>
                  <a:srgbClr val="0D0D0D"/>
                </a:solidFill>
                <a:uFillTx/>
                <a:latin typeface="+mn-lt"/>
                <a:ea typeface="+mn-ea"/>
                <a:cs typeface="+mn-cs"/>
                <a:sym typeface="Poppins SemiBold"/>
              </a:defRPr>
            </a:lvl9pPr>
          </a:lstStyle>
          <a:p>
            <a:pPr hangingPunct="1"/>
            <a:r>
              <a:rPr lang="fr-FR" sz="1400" dirty="0">
                <a:solidFill>
                  <a:srgbClr val="0F1115"/>
                </a:solidFill>
                <a:latin typeface="quote-cjk-patch"/>
              </a:rPr>
              <a:t>[Plateforme] → [Connecteur Propriétaire] →   [API Externe] </a:t>
            </a:r>
          </a:p>
          <a:p>
            <a:pPr hangingPunct="1"/>
            <a:r>
              <a:rPr lang="fr-FR" sz="1400" dirty="0">
                <a:solidFill>
                  <a:srgbClr val="0F1115"/>
                </a:solidFill>
                <a:latin typeface="quote-cjk-patch"/>
              </a:rPr>
              <a:t>        ↑                                      ↑                                      ↑</a:t>
            </a:r>
          </a:p>
          <a:p>
            <a:pPr hangingPunct="1"/>
            <a:r>
              <a:rPr lang="fr-FR" sz="1400" dirty="0">
                <a:solidFill>
                  <a:srgbClr val="0F1115"/>
                </a:solidFill>
                <a:latin typeface="quote-cjk-patch"/>
              </a:rPr>
              <a:t>Spécifique à                     Implémentation           Service cible</a:t>
            </a:r>
          </a:p>
          <a:p>
            <a:pPr hangingPunct="1"/>
            <a:r>
              <a:rPr lang="fr-FR" sz="1400" dirty="0">
                <a:solidFill>
                  <a:srgbClr val="0F1115"/>
                </a:solidFill>
                <a:latin typeface="quote-cjk-patch"/>
              </a:rPr>
              <a:t>la plateforme                       propriétaire</a:t>
            </a:r>
          </a:p>
        </p:txBody>
      </p:sp>
      <p:sp>
        <p:nvSpPr>
          <p:cNvPr id="2" name="Rectangle 1">
            <a:extLst>
              <a:ext uri="{FF2B5EF4-FFF2-40B4-BE49-F238E27FC236}">
                <a16:creationId xmlns:a16="http://schemas.microsoft.com/office/drawing/2014/main" id="{099F4BBD-779A-195A-E429-D911C095EE2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F1115"/>
                </a:solidFill>
                <a:effectLst/>
                <a:latin typeface="Menlo"/>
              </a:rPr>
              <a:t>Outils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5E9B55FA-3B6B-0872-60BA-95E96AFBF68C}"/>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F1115"/>
                </a:solidFill>
                <a:effectLst/>
                <a:latin typeface="Menlo"/>
              </a:rPr>
              <a:t>Outils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3826D7AC-3A45-76F3-0F49-151C306DFF71}"/>
              </a:ext>
            </a:extLst>
          </p:cNvPr>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F1115"/>
                </a:solidFill>
                <a:effectLst/>
                <a:latin typeface="Menlo"/>
              </a:rPr>
              <a:t>Adaptateur</a:t>
            </a:r>
            <a:r>
              <a:rPr kumimoji="0" lang="fr-FR" altLang="fr-FR" sz="800" b="0" i="0" u="none" strike="noStrike" cap="none" normalizeH="0" baseline="0">
                <a:ln>
                  <a:noFill/>
                </a:ln>
                <a:solidFill>
                  <a:schemeClr val="tx1"/>
                </a:solidFill>
                <a:effectLst/>
              </a:rPr>
              <a:t>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45374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au 11">
            <a:extLst>
              <a:ext uri="{FF2B5EF4-FFF2-40B4-BE49-F238E27FC236}">
                <a16:creationId xmlns:a16="http://schemas.microsoft.com/office/drawing/2014/main" id="{AD749262-ABFE-3A0A-2136-9134C33815AC}"/>
              </a:ext>
            </a:extLst>
          </p:cNvPr>
          <p:cNvGraphicFramePr>
            <a:graphicFrameLocks noGrp="1"/>
          </p:cNvGraphicFramePr>
          <p:nvPr>
            <p:extLst>
              <p:ext uri="{D42A27DB-BD31-4B8C-83A1-F6EECF244321}">
                <p14:modId xmlns:p14="http://schemas.microsoft.com/office/powerpoint/2010/main" val="1436010641"/>
              </p:ext>
            </p:extLst>
          </p:nvPr>
        </p:nvGraphicFramePr>
        <p:xfrm>
          <a:off x="215900" y="838200"/>
          <a:ext cx="11610750" cy="5289523"/>
        </p:xfrm>
        <a:graphic>
          <a:graphicData uri="http://schemas.openxmlformats.org/drawingml/2006/table">
            <a:tbl>
              <a:tblPr firstRow="1" bandRow="1">
                <a:tableStyleId>{D27102A9-8310-4765-A935-A1911B00CA55}</a:tableStyleId>
              </a:tblPr>
              <a:tblGrid>
                <a:gridCol w="1800000">
                  <a:extLst>
                    <a:ext uri="{9D8B030D-6E8A-4147-A177-3AD203B41FA5}">
                      <a16:colId xmlns:a16="http://schemas.microsoft.com/office/drawing/2014/main" val="2734059329"/>
                    </a:ext>
                  </a:extLst>
                </a:gridCol>
                <a:gridCol w="2012950">
                  <a:extLst>
                    <a:ext uri="{9D8B030D-6E8A-4147-A177-3AD203B41FA5}">
                      <a16:colId xmlns:a16="http://schemas.microsoft.com/office/drawing/2014/main" val="1210348161"/>
                    </a:ext>
                  </a:extLst>
                </a:gridCol>
                <a:gridCol w="1911350">
                  <a:extLst>
                    <a:ext uri="{9D8B030D-6E8A-4147-A177-3AD203B41FA5}">
                      <a16:colId xmlns:a16="http://schemas.microsoft.com/office/drawing/2014/main" val="4011770039"/>
                    </a:ext>
                  </a:extLst>
                </a:gridCol>
                <a:gridCol w="1962150">
                  <a:extLst>
                    <a:ext uri="{9D8B030D-6E8A-4147-A177-3AD203B41FA5}">
                      <a16:colId xmlns:a16="http://schemas.microsoft.com/office/drawing/2014/main" val="802430486"/>
                    </a:ext>
                  </a:extLst>
                </a:gridCol>
                <a:gridCol w="1962150">
                  <a:extLst>
                    <a:ext uri="{9D8B030D-6E8A-4147-A177-3AD203B41FA5}">
                      <a16:colId xmlns:a16="http://schemas.microsoft.com/office/drawing/2014/main" val="2795163274"/>
                    </a:ext>
                  </a:extLst>
                </a:gridCol>
                <a:gridCol w="1962150">
                  <a:extLst>
                    <a:ext uri="{9D8B030D-6E8A-4147-A177-3AD203B41FA5}">
                      <a16:colId xmlns:a16="http://schemas.microsoft.com/office/drawing/2014/main" val="3532665000"/>
                    </a:ext>
                  </a:extLst>
                </a:gridCol>
              </a:tblGrid>
              <a:tr h="639763">
                <a:tc>
                  <a:txBody>
                    <a:bodyPr/>
                    <a:lstStyle/>
                    <a:p>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b="1" dirty="0"/>
                        <a:t>Claude (Opus / Sonnet 4.6)</a:t>
                      </a:r>
                    </a:p>
                    <a:p>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b="1" dirty="0"/>
                        <a:t>GPT (GPT-5.x / mini)</a:t>
                      </a:r>
                    </a:p>
                    <a:p>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b="1" dirty="0"/>
                        <a:t>Gemini (3.1 Pro)</a:t>
                      </a:r>
                      <a:endParaRPr lang="fr-FR" sz="1200" b="1" u="none" strike="noStrike" cap="none" spc="0" baseline="0" dirty="0">
                        <a:solidFill>
                          <a:schemeClr val="lt1"/>
                        </a:solidFill>
                        <a:uFillTx/>
                        <a:sym typeface="Poppins Light"/>
                      </a:endParaRPr>
                    </a:p>
                    <a:p>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b="1" dirty="0"/>
                        <a:t>Mistral (Large 3)</a:t>
                      </a:r>
                      <a:endParaRPr lang="fr-FR" sz="1200" b="1" u="none" strike="noStrike" cap="none" spc="0" baseline="0" dirty="0">
                        <a:solidFill>
                          <a:schemeClr val="lt1"/>
                        </a:solidFill>
                        <a:uFillTx/>
                        <a:sym typeface="Poppins Light"/>
                      </a:endParaRPr>
                    </a:p>
                    <a:p>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b="1" dirty="0" err="1"/>
                        <a:t>DeepSeek</a:t>
                      </a:r>
                      <a:r>
                        <a:rPr lang="fr-FR" sz="1200" b="1" dirty="0"/>
                        <a:t> (R1)</a:t>
                      </a:r>
                      <a:endParaRPr lang="fr-FR" sz="1200" b="1" u="none" strike="noStrike" cap="none" spc="0" baseline="0" dirty="0">
                        <a:solidFill>
                          <a:schemeClr val="lt1"/>
                        </a:solidFill>
                        <a:uFillTx/>
                        <a:sym typeface="Poppins Light"/>
                      </a:endParaRPr>
                    </a:p>
                    <a:p>
                      <a:endParaRPr lang="fr-FR" sz="1200" b="1" dirty="0"/>
                    </a:p>
                  </a:txBody>
                  <a:tcPr/>
                </a:tc>
                <a:extLst>
                  <a:ext uri="{0D108BD9-81ED-4DB2-BD59-A6C34878D82A}">
                    <a16:rowId xmlns:a16="http://schemas.microsoft.com/office/drawing/2014/main" val="1514349230"/>
                  </a:ext>
                </a:extLst>
              </a:tr>
              <a:tr h="468000">
                <a:tc>
                  <a:txBody>
                    <a:bodyPr/>
                    <a:lstStyle/>
                    <a:p>
                      <a:r>
                        <a:rPr lang="fr-FR" sz="1200" b="1" u="none" strike="noStrike" cap="none" spc="0" baseline="0" dirty="0">
                          <a:solidFill>
                            <a:schemeClr val="dk1"/>
                          </a:solidFill>
                          <a:effectLst/>
                          <a:uFillTx/>
                          <a:sym typeface="Poppins Light"/>
                        </a:rPr>
                        <a:t>Fournisseur</a:t>
                      </a:r>
                      <a:endParaRPr lang="fr-FR" sz="1200" b="1" dirty="0"/>
                    </a:p>
                  </a:txBody>
                  <a:tcPr/>
                </a:tc>
                <a:tc>
                  <a:txBody>
                    <a:bodyPr/>
                    <a:lstStyle/>
                    <a:p>
                      <a:r>
                        <a:rPr lang="fr-FR" sz="1200" b="0" u="none" strike="noStrike" cap="none" spc="0" baseline="0" dirty="0" err="1">
                          <a:solidFill>
                            <a:schemeClr val="dk1"/>
                          </a:solidFill>
                          <a:effectLst/>
                          <a:uFillTx/>
                          <a:sym typeface="Poppins Light"/>
                        </a:rPr>
                        <a:t>Anthropic</a:t>
                      </a:r>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b="0" u="none" strike="noStrike" cap="none" spc="0" baseline="0" dirty="0">
                          <a:solidFill>
                            <a:schemeClr val="dk1"/>
                          </a:solidFill>
                          <a:effectLst/>
                          <a:uFillTx/>
                          <a:sym typeface="Poppins Light"/>
                        </a:rPr>
                        <a:t>Open AI</a:t>
                      </a:r>
                      <a:endParaRPr lang="fr-FR" sz="1200" dirty="0"/>
                    </a:p>
                    <a:p>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dirty="0"/>
                        <a:t>Google DeepMind</a:t>
                      </a:r>
                    </a:p>
                    <a:p>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b="0" u="none" strike="noStrike" cap="none" spc="0" baseline="0" dirty="0">
                          <a:solidFill>
                            <a:schemeClr val="dk1"/>
                          </a:solidFill>
                          <a:effectLst/>
                          <a:uFillTx/>
                          <a:sym typeface="Poppins Light"/>
                        </a:rPr>
                        <a:t>Mistral AI</a:t>
                      </a:r>
                      <a:endParaRPr lang="fr-FR" sz="1200" b="1" dirty="0"/>
                    </a:p>
                    <a:p>
                      <a:endParaRPr lang="fr-FR" sz="1200" b="1" dirty="0"/>
                    </a:p>
                  </a:txBody>
                  <a:tcPr/>
                </a:tc>
                <a:tc>
                  <a:txBody>
                    <a:bodyPr/>
                    <a:lstStyle/>
                    <a:p>
                      <a:r>
                        <a:rPr lang="fr-FR" sz="1200" dirty="0" err="1"/>
                        <a:t>DeepSeek</a:t>
                      </a:r>
                      <a:endParaRPr lang="fr-FR" sz="1200" b="1" dirty="0"/>
                    </a:p>
                  </a:txBody>
                  <a:tcPr/>
                </a:tc>
                <a:extLst>
                  <a:ext uri="{0D108BD9-81ED-4DB2-BD59-A6C34878D82A}">
                    <a16:rowId xmlns:a16="http://schemas.microsoft.com/office/drawing/2014/main" val="3807002735"/>
                  </a:ext>
                </a:extLst>
              </a:tr>
              <a:tr h="788400">
                <a:tc>
                  <a:txBody>
                    <a:bodyPr/>
                    <a:lstStyle/>
                    <a:p>
                      <a:r>
                        <a:rPr lang="fr-FR" b="1" dirty="0"/>
                        <a:t>Type de modèle</a:t>
                      </a:r>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dirty="0"/>
                        <a:t>Modèle expert en raisonnement et agents IA</a:t>
                      </a:r>
                    </a:p>
                    <a:p>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dirty="0"/>
                        <a:t>Modèle généraliste très performant</a:t>
                      </a:r>
                    </a:p>
                    <a:p>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dirty="0"/>
                        <a:t>Modèle multimodal avancé (texte, image, audio, PDF)</a:t>
                      </a:r>
                    </a:p>
                    <a:p>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dirty="0"/>
                        <a:t>LLM européen optimisé performance/coût</a:t>
                      </a:r>
                      <a:endParaRPr lang="fr-FR" sz="1200" b="1" dirty="0"/>
                    </a:p>
                    <a:p>
                      <a:endParaRPr lang="fr-FR" sz="1200" b="1" dirty="0"/>
                    </a:p>
                  </a:txBody>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200" dirty="0"/>
                        <a:t>Modèle orienté raisonnement low-cost</a:t>
                      </a:r>
                      <a:endParaRPr lang="fr-FR" sz="1200" b="1" dirty="0"/>
                    </a:p>
                    <a:p>
                      <a:endParaRPr lang="fr-FR" sz="1200" b="1" dirty="0"/>
                    </a:p>
                  </a:txBody>
                  <a:tcPr/>
                </a:tc>
                <a:extLst>
                  <a:ext uri="{0D108BD9-81ED-4DB2-BD59-A6C34878D82A}">
                    <a16:rowId xmlns:a16="http://schemas.microsoft.com/office/drawing/2014/main" val="3653604351"/>
                  </a:ext>
                </a:extLst>
              </a:tr>
              <a:tr h="639763">
                <a:tc>
                  <a:txBody>
                    <a:bodyPr/>
                    <a:lstStyle/>
                    <a:p>
                      <a:r>
                        <a:rPr lang="fr-FR" sz="1200" b="1" dirty="0"/>
                        <a:t>Coût Input </a:t>
                      </a:r>
                    </a:p>
                    <a:p>
                      <a:r>
                        <a:rPr lang="fr-FR" sz="1200" b="1" dirty="0"/>
                        <a:t>(€/1000 </a:t>
                      </a:r>
                      <a:r>
                        <a:rPr lang="fr-FR" sz="1200" b="1" dirty="0" err="1"/>
                        <a:t>tokens</a:t>
                      </a:r>
                      <a:r>
                        <a:rPr lang="fr-FR" sz="1200" b="1" dirty="0"/>
                        <a:t>)</a:t>
                      </a:r>
                    </a:p>
                  </a:txBody>
                  <a:tcPr/>
                </a:tc>
                <a:tc>
                  <a:txBody>
                    <a:bodyPr/>
                    <a:lstStyle/>
                    <a:p>
                      <a:r>
                        <a:rPr lang="fr-FR" dirty="0"/>
                        <a:t>~0,003 – 0,005</a:t>
                      </a:r>
                      <a:endParaRPr lang="fr-FR" sz="1200" b="1" dirty="0"/>
                    </a:p>
                  </a:txBody>
                  <a:tcPr/>
                </a:tc>
                <a:tc>
                  <a:txBody>
                    <a:bodyPr/>
                    <a:lstStyle/>
                    <a:p>
                      <a:r>
                        <a:rPr lang="fr-FR" dirty="0"/>
                        <a:t>~0,0025</a:t>
                      </a:r>
                      <a:endParaRPr lang="fr-FR" sz="1200" b="1" dirty="0"/>
                    </a:p>
                  </a:txBody>
                  <a:tcPr/>
                </a:tc>
                <a:tc>
                  <a:txBody>
                    <a:bodyPr/>
                    <a:lstStyle/>
                    <a:p>
                      <a:r>
                        <a:rPr lang="fr-FR" dirty="0"/>
                        <a:t>~0,001 – 0,003</a:t>
                      </a:r>
                      <a:endParaRPr lang="fr-FR" sz="1200" b="1" dirty="0"/>
                    </a:p>
                  </a:txBody>
                  <a:tcPr/>
                </a:tc>
                <a:tc>
                  <a:txBody>
                    <a:bodyPr/>
                    <a:lstStyle/>
                    <a:p>
                      <a:r>
                        <a:rPr lang="fr-FR" dirty="0"/>
                        <a:t>~0,0005</a:t>
                      </a:r>
                      <a:endParaRPr lang="fr-FR" sz="1200" b="1" dirty="0"/>
                    </a:p>
                  </a:txBody>
                  <a:tcPr/>
                </a:tc>
                <a:tc>
                  <a:txBody>
                    <a:bodyPr/>
                    <a:lstStyle/>
                    <a:p>
                      <a:r>
                        <a:rPr lang="fr-FR" dirty="0"/>
                        <a:t>~0,0005</a:t>
                      </a:r>
                      <a:endParaRPr lang="fr-FR" sz="1200" b="1" dirty="0"/>
                    </a:p>
                  </a:txBody>
                  <a:tcPr/>
                </a:tc>
                <a:extLst>
                  <a:ext uri="{0D108BD9-81ED-4DB2-BD59-A6C34878D82A}">
                    <a16:rowId xmlns:a16="http://schemas.microsoft.com/office/drawing/2014/main" val="795328732"/>
                  </a:ext>
                </a:extLst>
              </a:tr>
              <a:tr h="604800">
                <a:tc>
                  <a:txBody>
                    <a:bodyPr/>
                    <a:lstStyle/>
                    <a:p>
                      <a:r>
                        <a:rPr lang="fr-FR" sz="1200" b="1" dirty="0"/>
                        <a:t>Coût Output</a:t>
                      </a:r>
                    </a:p>
                    <a:p>
                      <a:r>
                        <a:rPr lang="fr-FR" sz="1200" b="1" dirty="0"/>
                        <a:t>(€/1000 </a:t>
                      </a:r>
                      <a:r>
                        <a:rPr lang="fr-FR" sz="1200" b="1" dirty="0" err="1"/>
                        <a:t>tokens</a:t>
                      </a:r>
                      <a:r>
                        <a:rPr lang="fr-FR" sz="1200" b="1" dirty="0"/>
                        <a:t>)</a:t>
                      </a:r>
                    </a:p>
                  </a:txBody>
                  <a:tcPr/>
                </a:tc>
                <a:tc>
                  <a:txBody>
                    <a:bodyPr/>
                    <a:lstStyle/>
                    <a:p>
                      <a:r>
                        <a:rPr lang="fr-FR" dirty="0"/>
                        <a:t>~0,015 – 0,025</a:t>
                      </a:r>
                      <a:endParaRPr lang="fr-FR" sz="1200" b="1" dirty="0"/>
                    </a:p>
                  </a:txBody>
                  <a:tcPr/>
                </a:tc>
                <a:tc>
                  <a:txBody>
                    <a:bodyPr/>
                    <a:lstStyle/>
                    <a:p>
                      <a:r>
                        <a:rPr lang="fr-FR" dirty="0"/>
                        <a:t>~0,015</a:t>
                      </a:r>
                      <a:endParaRPr lang="fr-FR" sz="1200" b="1" dirty="0"/>
                    </a:p>
                  </a:txBody>
                  <a:tcPr/>
                </a:tc>
                <a:tc>
                  <a:txBody>
                    <a:bodyPr/>
                    <a:lstStyle/>
                    <a:p>
                      <a:r>
                        <a:rPr lang="fr-FR" dirty="0"/>
                        <a:t>~0,006 – 0,01</a:t>
                      </a:r>
                      <a:endParaRPr lang="fr-FR" sz="1200" b="1" dirty="0"/>
                    </a:p>
                  </a:txBody>
                  <a:tcPr/>
                </a:tc>
                <a:tc>
                  <a:txBody>
                    <a:bodyPr/>
                    <a:lstStyle/>
                    <a:p>
                      <a:r>
                        <a:rPr lang="fr-FR" dirty="0"/>
                        <a:t>~0,0015</a:t>
                      </a:r>
                      <a:endParaRPr lang="fr-FR" sz="1200" b="1" dirty="0"/>
                    </a:p>
                  </a:txBody>
                  <a:tcPr/>
                </a:tc>
                <a:tc>
                  <a:txBody>
                    <a:bodyPr/>
                    <a:lstStyle/>
                    <a:p>
                      <a:r>
                        <a:rPr lang="fr-FR" dirty="0"/>
                        <a:t>~0,002</a:t>
                      </a:r>
                      <a:endParaRPr lang="fr-FR" sz="1200" b="1" dirty="0"/>
                    </a:p>
                  </a:txBody>
                  <a:tcPr/>
                </a:tc>
                <a:extLst>
                  <a:ext uri="{0D108BD9-81ED-4DB2-BD59-A6C34878D82A}">
                    <a16:rowId xmlns:a16="http://schemas.microsoft.com/office/drawing/2014/main" val="1357271333"/>
                  </a:ext>
                </a:extLst>
              </a:tr>
              <a:tr h="639763">
                <a:tc>
                  <a:txBody>
                    <a:bodyPr/>
                    <a:lstStyle/>
                    <a:p>
                      <a:r>
                        <a:rPr lang="fr-FR" b="1" dirty="0"/>
                        <a:t>Points forts clés</a:t>
                      </a:r>
                      <a:endParaRPr lang="fr-FR" sz="1200" b="1" dirty="0"/>
                    </a:p>
                  </a:txBody>
                  <a:tcPr/>
                </a:tc>
                <a:tc>
                  <a:txBody>
                    <a:bodyPr/>
                    <a:lstStyle/>
                    <a:p>
                      <a:r>
                        <a:rPr lang="fr-FR" dirty="0"/>
                        <a:t>Excellent en raisonnement complexe</a:t>
                      </a:r>
                      <a:br>
                        <a:rPr lang="fr-FR" dirty="0"/>
                      </a:br>
                      <a:r>
                        <a:rPr lang="fr-FR" dirty="0"/>
                        <a:t>(Très bonne compréhension des contextes et performant en RAG)</a:t>
                      </a:r>
                    </a:p>
                  </a:txBody>
                  <a:tcPr/>
                </a:tc>
                <a:tc>
                  <a:txBody>
                    <a:bodyPr/>
                    <a:lstStyle/>
                    <a:p>
                      <a:r>
                        <a:rPr lang="fr-FR" dirty="0"/>
                        <a:t>Très polyvalent pour les usages métiers</a:t>
                      </a:r>
                      <a:br>
                        <a:rPr lang="fr-FR" dirty="0"/>
                      </a:br>
                      <a:r>
                        <a:rPr lang="fr-FR" dirty="0"/>
                        <a:t>(Performant en code, BI et intégration avec des outils)</a:t>
                      </a:r>
                      <a:endParaRPr lang="fr-FR" sz="1200" b="1" dirty="0"/>
                    </a:p>
                  </a:txBody>
                  <a:tcPr/>
                </a:tc>
                <a:tc>
                  <a:txBody>
                    <a:bodyPr/>
                    <a:lstStyle/>
                    <a:p>
                      <a:r>
                        <a:rPr lang="fr-FR" dirty="0"/>
                        <a:t>Très performant en multimodal</a:t>
                      </a:r>
                      <a:br>
                        <a:rPr lang="fr-FR" dirty="0"/>
                      </a:br>
                      <a:r>
                        <a:rPr lang="fr-FR" dirty="0"/>
                        <a:t>(Capable de traiter images, PDF, audio et longs documents)</a:t>
                      </a:r>
                      <a:endParaRPr lang="fr-FR" sz="1200" b="1" dirty="0"/>
                    </a:p>
                  </a:txBody>
                  <a:tcPr/>
                </a:tc>
                <a:tc>
                  <a:txBody>
                    <a:bodyPr/>
                    <a:lstStyle/>
                    <a:p>
                      <a:r>
                        <a:rPr lang="fr-FR" dirty="0"/>
                        <a:t>Bon compromis entre performance et coût</a:t>
                      </a:r>
                      <a:br>
                        <a:rPr lang="fr-FR" dirty="0"/>
                      </a:br>
                      <a:r>
                        <a:rPr lang="fr-FR" dirty="0"/>
                        <a:t>(Solution européenne adaptée aux contraintes de souveraineté)</a:t>
                      </a:r>
                      <a:endParaRPr lang="fr-FR" sz="1200" b="1" dirty="0"/>
                    </a:p>
                  </a:txBody>
                  <a:tcPr/>
                </a:tc>
                <a:tc>
                  <a:txBody>
                    <a:bodyPr/>
                    <a:lstStyle/>
                    <a:p>
                      <a:r>
                        <a:rPr lang="fr-FR" dirty="0"/>
                        <a:t>Très compétitif en termes de coût</a:t>
                      </a:r>
                      <a:br>
                        <a:rPr lang="fr-FR" dirty="0"/>
                      </a:br>
                      <a:r>
                        <a:rPr lang="fr-FR" dirty="0"/>
                        <a:t>(Bonnes performances en raisonnement pour un prix faible)</a:t>
                      </a:r>
                      <a:endParaRPr lang="fr-FR" sz="1200" b="1" dirty="0"/>
                    </a:p>
                  </a:txBody>
                  <a:tcPr/>
                </a:tc>
                <a:extLst>
                  <a:ext uri="{0D108BD9-81ED-4DB2-BD59-A6C34878D82A}">
                    <a16:rowId xmlns:a16="http://schemas.microsoft.com/office/drawing/2014/main" val="1779819415"/>
                  </a:ext>
                </a:extLst>
              </a:tr>
              <a:tr h="468000">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b="1" dirty="0"/>
                        <a:t>Points de vigilance</a:t>
                      </a:r>
                      <a:endParaRPr lang="fr-FR" sz="1200" b="1" dirty="0"/>
                    </a:p>
                  </a:txBody>
                  <a:tcPr/>
                </a:tc>
                <a:tc>
                  <a:txBody>
                    <a:bodyPr/>
                    <a:lstStyle/>
                    <a:p>
                      <a:r>
                        <a:rPr lang="fr-FR" dirty="0"/>
                        <a:t>Coût, latence</a:t>
                      </a:r>
                      <a:endParaRPr lang="fr-FR" sz="1200" b="1" dirty="0"/>
                    </a:p>
                  </a:txBody>
                  <a:tcPr/>
                </a:tc>
                <a:tc>
                  <a:txBody>
                    <a:bodyPr/>
                    <a:lstStyle/>
                    <a:p>
                      <a:r>
                        <a:rPr lang="fr-FR" dirty="0"/>
                        <a:t>Dépendance cloud</a:t>
                      </a:r>
                      <a:endParaRPr lang="fr-FR" sz="1200" b="1" dirty="0"/>
                    </a:p>
                  </a:txBody>
                  <a:tcPr/>
                </a:tc>
                <a:tc>
                  <a:txBody>
                    <a:bodyPr/>
                    <a:lstStyle/>
                    <a:p>
                      <a:r>
                        <a:rPr lang="fr-FR" dirty="0"/>
                        <a:t>Complexité</a:t>
                      </a:r>
                      <a:endParaRPr lang="fr-FR" sz="1200" b="1" dirty="0"/>
                    </a:p>
                  </a:txBody>
                  <a:tcPr/>
                </a:tc>
                <a:tc>
                  <a:txBody>
                    <a:bodyPr/>
                    <a:lstStyle/>
                    <a:p>
                      <a:r>
                        <a:rPr lang="fr-FR" dirty="0"/>
                        <a:t>Moins performant</a:t>
                      </a:r>
                      <a:endParaRPr lang="fr-FR" sz="1200" b="1" dirty="0"/>
                    </a:p>
                  </a:txBody>
                  <a:tcPr/>
                </a:tc>
                <a:tc>
                  <a:txBody>
                    <a:bodyPr/>
                    <a:lstStyle/>
                    <a:p>
                      <a:r>
                        <a:rPr lang="fr-FR" dirty="0"/>
                        <a:t>Moins mature</a:t>
                      </a:r>
                      <a:endParaRPr lang="fr-FR" sz="1200" b="1" dirty="0"/>
                    </a:p>
                  </a:txBody>
                  <a:tcPr/>
                </a:tc>
                <a:extLst>
                  <a:ext uri="{0D108BD9-81ED-4DB2-BD59-A6C34878D82A}">
                    <a16:rowId xmlns:a16="http://schemas.microsoft.com/office/drawing/2014/main" val="3837669935"/>
                  </a:ext>
                </a:extLst>
              </a:tr>
              <a:tr h="400077">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b="1" dirty="0"/>
                        <a:t>Cas d’usage recommandés</a:t>
                      </a:r>
                      <a:endParaRPr lang="fr-FR" sz="1200" b="1" dirty="0"/>
                    </a:p>
                  </a:txBody>
                  <a:tcPr/>
                </a:tc>
                <a:tc>
                  <a:txBody>
                    <a:bodyPr/>
                    <a:lstStyle/>
                    <a:p>
                      <a:r>
                        <a:rPr lang="fr-FR" dirty="0"/>
                        <a:t>Agents complexes, analyse doc</a:t>
                      </a:r>
                      <a:endParaRPr lang="fr-FR" sz="1200" b="1" dirty="0"/>
                    </a:p>
                  </a:txBody>
                  <a:tcPr/>
                </a:tc>
                <a:tc>
                  <a:txBody>
                    <a:bodyPr/>
                    <a:lstStyle/>
                    <a:p>
                      <a:r>
                        <a:rPr lang="fr-FR" dirty="0" err="1"/>
                        <a:t>Copilots</a:t>
                      </a:r>
                      <a:r>
                        <a:rPr lang="fr-FR" dirty="0"/>
                        <a:t>, BI, assistants</a:t>
                      </a:r>
                      <a:endParaRPr lang="fr-FR" sz="1200" b="1" dirty="0"/>
                    </a:p>
                  </a:txBody>
                  <a:tcPr/>
                </a:tc>
                <a:tc>
                  <a:txBody>
                    <a:bodyPr/>
                    <a:lstStyle/>
                    <a:p>
                      <a:r>
                        <a:rPr lang="fr-FR" dirty="0"/>
                        <a:t>Multimodal, documents</a:t>
                      </a:r>
                      <a:endParaRPr lang="fr-FR" sz="1200" b="1" dirty="0"/>
                    </a:p>
                  </a:txBody>
                  <a:tcPr/>
                </a:tc>
                <a:tc>
                  <a:txBody>
                    <a:bodyPr/>
                    <a:lstStyle/>
                    <a:p>
                      <a:r>
                        <a:rPr lang="fr-FR" dirty="0"/>
                        <a:t>Production scalable EU</a:t>
                      </a:r>
                      <a:endParaRPr lang="fr-FR" sz="1200" b="1" dirty="0"/>
                    </a:p>
                  </a:txBody>
                  <a:tcPr/>
                </a:tc>
                <a:tc>
                  <a:txBody>
                    <a:bodyPr/>
                    <a:lstStyle/>
                    <a:p>
                      <a:r>
                        <a:rPr lang="fr-FR" dirty="0"/>
                        <a:t>Automatisation low-cost</a:t>
                      </a:r>
                      <a:endParaRPr lang="fr-FR" sz="1200" b="1" dirty="0"/>
                    </a:p>
                  </a:txBody>
                  <a:tcPr/>
                </a:tc>
                <a:extLst>
                  <a:ext uri="{0D108BD9-81ED-4DB2-BD59-A6C34878D82A}">
                    <a16:rowId xmlns:a16="http://schemas.microsoft.com/office/drawing/2014/main" val="1405507129"/>
                  </a:ext>
                </a:extLst>
              </a:tr>
            </a:tbl>
          </a:graphicData>
        </a:graphic>
      </p:graphicFrame>
      <p:pic>
        <p:nvPicPr>
          <p:cNvPr id="13" name="Image 12">
            <a:extLst>
              <a:ext uri="{FF2B5EF4-FFF2-40B4-BE49-F238E27FC236}">
                <a16:creationId xmlns:a16="http://schemas.microsoft.com/office/drawing/2014/main" id="{EAE2C817-87C7-07C4-4CF6-027EB6DE0D0E}"/>
              </a:ext>
            </a:extLst>
          </p:cNvPr>
          <p:cNvPicPr>
            <a:picLocks noChangeAspect="1"/>
          </p:cNvPicPr>
          <p:nvPr/>
        </p:nvPicPr>
        <p:blipFill>
          <a:blip r:embed="rId2"/>
          <a:stretch>
            <a:fillRect/>
          </a:stretch>
        </p:blipFill>
        <p:spPr>
          <a:xfrm>
            <a:off x="0" y="-29272"/>
            <a:ext cx="7364606" cy="1060796"/>
          </a:xfrm>
          <a:prstGeom prst="rect">
            <a:avLst/>
          </a:prstGeom>
        </p:spPr>
      </p:pic>
    </p:spTree>
    <p:extLst>
      <p:ext uri="{BB962C8B-B14F-4D97-AF65-F5344CB8AC3E}">
        <p14:creationId xmlns:p14="http://schemas.microsoft.com/office/powerpoint/2010/main" val="2971884346"/>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CD3C08F-4947-DB10-F0F9-ED863F61D519}"/>
              </a:ext>
            </a:extLst>
          </p:cNvPr>
          <p:cNvSpPr>
            <a:spLocks noGrp="1"/>
          </p:cNvSpPr>
          <p:nvPr>
            <p:ph type="body" sz="quarter" idx="23"/>
          </p:nvPr>
        </p:nvSpPr>
        <p:spPr>
          <a:xfrm>
            <a:off x="27951" y="2166955"/>
            <a:ext cx="3187472" cy="396547"/>
          </a:xfrm>
        </p:spPr>
        <p:txBody>
          <a:bodyPr>
            <a:noAutofit/>
          </a:bodyPr>
          <a:lstStyle/>
          <a:p>
            <a:r>
              <a:rPr lang="fr-FR" sz="1600" dirty="0"/>
              <a:t>Meilleur rapport coût / performance</a:t>
            </a:r>
          </a:p>
        </p:txBody>
      </p:sp>
      <p:sp>
        <p:nvSpPr>
          <p:cNvPr id="3" name="Espace réservé du texte 2">
            <a:extLst>
              <a:ext uri="{FF2B5EF4-FFF2-40B4-BE49-F238E27FC236}">
                <a16:creationId xmlns:a16="http://schemas.microsoft.com/office/drawing/2014/main" id="{D6D8AFD3-6AC8-5376-49D3-F01D75221E2B}"/>
              </a:ext>
            </a:extLst>
          </p:cNvPr>
          <p:cNvSpPr>
            <a:spLocks noGrp="1"/>
          </p:cNvSpPr>
          <p:nvPr>
            <p:ph type="body" sz="quarter" idx="24"/>
          </p:nvPr>
        </p:nvSpPr>
        <p:spPr>
          <a:xfrm>
            <a:off x="119391" y="2995601"/>
            <a:ext cx="2782523" cy="1288353"/>
          </a:xfrm>
        </p:spPr>
        <p:txBody>
          <a:bodyPr>
            <a:noAutofit/>
          </a:bodyPr>
          <a:lstStyle/>
          <a:p>
            <a:r>
              <a:rPr lang="fr-FR" sz="1400" dirty="0"/>
              <a:t>Les modèles comme Mistral Large et </a:t>
            </a:r>
            <a:r>
              <a:rPr lang="fr-FR" sz="1400" dirty="0" err="1"/>
              <a:t>DeepSeek</a:t>
            </a:r>
            <a:r>
              <a:rPr lang="fr-FR" sz="1400" dirty="0"/>
              <a:t> offrent un excellent compromis entre coût et performance, ce qui les rend adaptés à un déploiement à grande échelle.</a:t>
            </a:r>
          </a:p>
        </p:txBody>
      </p:sp>
      <p:sp>
        <p:nvSpPr>
          <p:cNvPr id="4" name="Espace réservé du texte 3">
            <a:extLst>
              <a:ext uri="{FF2B5EF4-FFF2-40B4-BE49-F238E27FC236}">
                <a16:creationId xmlns:a16="http://schemas.microsoft.com/office/drawing/2014/main" id="{3C4DD5C3-8970-9D34-6631-BEEDE0EC016C}"/>
              </a:ext>
            </a:extLst>
          </p:cNvPr>
          <p:cNvSpPr>
            <a:spLocks noGrp="1"/>
          </p:cNvSpPr>
          <p:nvPr>
            <p:ph type="body" sz="quarter" idx="30"/>
          </p:nvPr>
        </p:nvSpPr>
        <p:spPr>
          <a:xfrm>
            <a:off x="3005630" y="2166955"/>
            <a:ext cx="3187472" cy="396547"/>
          </a:xfrm>
        </p:spPr>
        <p:txBody>
          <a:bodyPr>
            <a:normAutofit/>
          </a:bodyPr>
          <a:lstStyle/>
          <a:p>
            <a:r>
              <a:rPr lang="fr-FR" sz="1600" dirty="0"/>
              <a:t>Meilleurs en performance</a:t>
            </a:r>
          </a:p>
        </p:txBody>
      </p:sp>
      <p:sp>
        <p:nvSpPr>
          <p:cNvPr id="5" name="Espace réservé du texte 4">
            <a:extLst>
              <a:ext uri="{FF2B5EF4-FFF2-40B4-BE49-F238E27FC236}">
                <a16:creationId xmlns:a16="http://schemas.microsoft.com/office/drawing/2014/main" id="{40D5BFC0-F99F-DC10-052B-877D60C62E21}"/>
              </a:ext>
            </a:extLst>
          </p:cNvPr>
          <p:cNvSpPr>
            <a:spLocks noGrp="1"/>
          </p:cNvSpPr>
          <p:nvPr>
            <p:ph type="body" sz="quarter" idx="31"/>
          </p:nvPr>
        </p:nvSpPr>
        <p:spPr>
          <a:xfrm>
            <a:off x="6187440" y="2188276"/>
            <a:ext cx="3187472" cy="396547"/>
          </a:xfrm>
        </p:spPr>
        <p:txBody>
          <a:bodyPr>
            <a:normAutofit/>
          </a:bodyPr>
          <a:lstStyle/>
          <a:p>
            <a:r>
              <a:rPr lang="fr-FR" sz="1600" dirty="0"/>
              <a:t>Multimodal avancé</a:t>
            </a:r>
          </a:p>
        </p:txBody>
      </p:sp>
      <p:sp>
        <p:nvSpPr>
          <p:cNvPr id="6" name="Espace réservé du texte 5">
            <a:extLst>
              <a:ext uri="{FF2B5EF4-FFF2-40B4-BE49-F238E27FC236}">
                <a16:creationId xmlns:a16="http://schemas.microsoft.com/office/drawing/2014/main" id="{684B1A14-D462-8D45-4E1A-B6DE3A1510D8}"/>
              </a:ext>
            </a:extLst>
          </p:cNvPr>
          <p:cNvSpPr>
            <a:spLocks noGrp="1"/>
          </p:cNvSpPr>
          <p:nvPr>
            <p:ph type="body" sz="quarter" idx="34"/>
          </p:nvPr>
        </p:nvSpPr>
        <p:spPr>
          <a:xfrm>
            <a:off x="3005629" y="3050465"/>
            <a:ext cx="2782523" cy="1288353"/>
          </a:xfrm>
        </p:spPr>
        <p:txBody>
          <a:bodyPr>
            <a:normAutofit lnSpcReduction="10000"/>
          </a:bodyPr>
          <a:lstStyle/>
          <a:p>
            <a:r>
              <a:rPr lang="fr-FR" sz="1400" dirty="0"/>
              <a:t>Les modèles GPT et Claude restent les plus performants, notamment pour les tâches complexes et les agents avancés, mais avec un coût plus élevé.</a:t>
            </a:r>
          </a:p>
          <a:p>
            <a:endParaRPr lang="fr-FR" sz="1400" dirty="0"/>
          </a:p>
        </p:txBody>
      </p:sp>
      <p:sp>
        <p:nvSpPr>
          <p:cNvPr id="7" name="Espace réservé du texte 6">
            <a:extLst>
              <a:ext uri="{FF2B5EF4-FFF2-40B4-BE49-F238E27FC236}">
                <a16:creationId xmlns:a16="http://schemas.microsoft.com/office/drawing/2014/main" id="{D78D59DF-FD5D-CE5D-E166-2BDCF359C401}"/>
              </a:ext>
            </a:extLst>
          </p:cNvPr>
          <p:cNvSpPr>
            <a:spLocks noGrp="1"/>
          </p:cNvSpPr>
          <p:nvPr>
            <p:ph type="body" sz="quarter" idx="35"/>
          </p:nvPr>
        </p:nvSpPr>
        <p:spPr>
          <a:xfrm>
            <a:off x="6096000" y="3050465"/>
            <a:ext cx="2444496" cy="1288353"/>
          </a:xfrm>
        </p:spPr>
        <p:txBody>
          <a:bodyPr>
            <a:noAutofit/>
          </a:bodyPr>
          <a:lstStyle/>
          <a:p>
            <a:r>
              <a:rPr lang="fr-FR" sz="1400" dirty="0"/>
              <a:t>Gemini se distingue par ses capacités multimodales et son contexte très long, mais avec une complexité d’utilisation plus importante.</a:t>
            </a:r>
          </a:p>
        </p:txBody>
      </p:sp>
      <p:sp>
        <p:nvSpPr>
          <p:cNvPr id="11" name="Titre 10">
            <a:extLst>
              <a:ext uri="{FF2B5EF4-FFF2-40B4-BE49-F238E27FC236}">
                <a16:creationId xmlns:a16="http://schemas.microsoft.com/office/drawing/2014/main" id="{01385BA7-F5D1-71DE-0F2C-01A987BEB842}"/>
              </a:ext>
            </a:extLst>
          </p:cNvPr>
          <p:cNvSpPr>
            <a:spLocks noGrp="1"/>
          </p:cNvSpPr>
          <p:nvPr>
            <p:ph type="title"/>
          </p:nvPr>
        </p:nvSpPr>
        <p:spPr/>
        <p:txBody>
          <a:bodyPr/>
          <a:lstStyle/>
          <a:p>
            <a:r>
              <a:rPr lang="fr-FR" dirty="0"/>
              <a:t>Analyse coût / performance des LLM</a:t>
            </a:r>
          </a:p>
        </p:txBody>
      </p:sp>
      <p:sp>
        <p:nvSpPr>
          <p:cNvPr id="14" name="Espace réservé du texte 4">
            <a:extLst>
              <a:ext uri="{FF2B5EF4-FFF2-40B4-BE49-F238E27FC236}">
                <a16:creationId xmlns:a16="http://schemas.microsoft.com/office/drawing/2014/main" id="{4B455FED-A327-5BEB-5054-2B953AAA90AF}"/>
              </a:ext>
            </a:extLst>
          </p:cNvPr>
          <p:cNvSpPr txBox="1">
            <a:spLocks/>
          </p:cNvSpPr>
          <p:nvPr/>
        </p:nvSpPr>
        <p:spPr>
          <a:xfrm>
            <a:off x="9186370" y="2209597"/>
            <a:ext cx="2764838" cy="396547"/>
          </a:xfrm>
          <a:prstGeom prst="rect">
            <a:avLst/>
          </a:prstGeom>
        </p:spPr>
        <p:txBody>
          <a:bodyPr vert="horz" lIns="91440" tIns="45720" rIns="91440" bIns="45720" rtlCol="0">
            <a:normAutofit fontScale="92500"/>
          </a:bodyPr>
          <a:lstStyle>
            <a:lvl1pPr marL="0" marR="0" indent="0" algn="l" defTabSz="412750" rtl="0" latinLnBrk="0">
              <a:lnSpc>
                <a:spcPct val="100000"/>
              </a:lnSpc>
              <a:spcBef>
                <a:spcPts val="300"/>
              </a:spcBef>
              <a:spcAft>
                <a:spcPts val="0"/>
              </a:spcAft>
              <a:buClrTx/>
              <a:buSzPct val="125000"/>
              <a:buFontTx/>
              <a:buNone/>
              <a:tabLst/>
              <a:defRPr sz="1800" b="1" i="0" u="none" strike="noStrike" cap="none" spc="0" baseline="0">
                <a:solidFill>
                  <a:schemeClr val="tx1"/>
                </a:solidFill>
                <a:uFillTx/>
                <a:latin typeface="Open Sans Extrabold" panose="020B0606030504020204" pitchFamily="34" charset="0"/>
                <a:ea typeface="Open Sans ExtraBold" pitchFamily="2" charset="0"/>
                <a:cs typeface="Open Sans ExtraBold" pitchFamily="2" charset="0"/>
                <a:sym typeface="Poppins Light"/>
              </a:defRPr>
            </a:lvl1pPr>
            <a:lvl2pPr marL="358775" marR="0" indent="-202407" algn="l" defTabSz="404813" rtl="0" latinLnBrk="0">
              <a:lnSpc>
                <a:spcPct val="100000"/>
              </a:lnSpc>
              <a:spcBef>
                <a:spcPts val="300"/>
              </a:spcBef>
              <a:spcAft>
                <a:spcPts val="0"/>
              </a:spcAft>
              <a:buClrTx/>
              <a:buSzPct val="125000"/>
              <a:buFontTx/>
              <a:buChar char="•"/>
              <a:tabLst/>
              <a:defRPr sz="1350" b="0" i="0" u="none" strike="noStrike" cap="none" spc="0" baseline="0">
                <a:solidFill>
                  <a:srgbClr val="F6F6F6"/>
                </a:solidFill>
                <a:uFillTx/>
                <a:latin typeface="Open Sans Light" panose="020B0606030504020204" pitchFamily="34" charset="0"/>
                <a:ea typeface="Open Sans Light" pitchFamily="2" charset="0"/>
                <a:cs typeface="Open Sans Light" pitchFamily="2" charset="0"/>
                <a:sym typeface="Poppins Light"/>
              </a:defRPr>
            </a:lvl2pPr>
            <a:lvl3pPr marL="578644" marR="0" indent="-158750" algn="l" defTabSz="412750" rtl="0" latinLnBrk="0">
              <a:lnSpc>
                <a:spcPct val="100000"/>
              </a:lnSpc>
              <a:spcBef>
                <a:spcPts val="300"/>
              </a:spcBef>
              <a:spcAft>
                <a:spcPts val="0"/>
              </a:spcAft>
              <a:buClr>
                <a:schemeClr val="accent5"/>
              </a:buClr>
              <a:buSzPct val="125000"/>
              <a:buFont typeface="Calibri" panose="020F0502020204030204" pitchFamily="34" charset="0"/>
              <a:buChar char="‒"/>
              <a:tabLst/>
              <a:defRPr sz="1350" b="0" i="0" u="none" strike="noStrike" cap="none" spc="0" baseline="0">
                <a:solidFill>
                  <a:srgbClr val="F6F6F6"/>
                </a:solidFill>
                <a:uFillTx/>
                <a:latin typeface="Open Sans Light" panose="020B0606030504020204" pitchFamily="34" charset="0"/>
                <a:ea typeface="Open Sans Light" pitchFamily="2" charset="0"/>
                <a:cs typeface="Open Sans Light" pitchFamily="2" charset="0"/>
                <a:sym typeface="Poppins Light"/>
              </a:defRPr>
            </a:lvl3pPr>
            <a:lvl4pPr marL="740569" marR="0" indent="-158750" algn="l" defTabSz="412750" rtl="0" latinLnBrk="0">
              <a:lnSpc>
                <a:spcPct val="100000"/>
              </a:lnSpc>
              <a:spcBef>
                <a:spcPts val="300"/>
              </a:spcBef>
              <a:spcAft>
                <a:spcPts val="0"/>
              </a:spcAft>
              <a:buClrTx/>
              <a:buSzPct val="125000"/>
              <a:buFontTx/>
              <a:buChar char="•"/>
              <a:tabLst/>
              <a:defRPr sz="1350" b="0" i="0" u="none" strike="noStrike" cap="none" spc="0" baseline="0">
                <a:solidFill>
                  <a:srgbClr val="F6F6F6"/>
                </a:solidFill>
                <a:uFillTx/>
                <a:latin typeface="Open Sans Light" panose="020B0606030504020204" pitchFamily="34" charset="0"/>
                <a:ea typeface="Open Sans Light" pitchFamily="2" charset="0"/>
                <a:cs typeface="Open Sans Light" pitchFamily="2" charset="0"/>
                <a:sym typeface="Poppins Light"/>
              </a:defRPr>
            </a:lvl4pPr>
            <a:lvl5pPr marL="0" marR="0" indent="0" algn="l" defTabSz="412750" rtl="0" latinLnBrk="0">
              <a:lnSpc>
                <a:spcPct val="100000"/>
              </a:lnSpc>
              <a:spcBef>
                <a:spcPts val="300"/>
              </a:spcBef>
              <a:spcAft>
                <a:spcPts val="0"/>
              </a:spcAft>
              <a:buClrTx/>
              <a:buSzPct val="125000"/>
              <a:buFontTx/>
              <a:buNone/>
              <a:tabLst/>
              <a:defRPr sz="1350" b="0" i="0" u="none" strike="noStrike" cap="none" spc="0" baseline="0">
                <a:solidFill>
                  <a:srgbClr val="F6F6F6"/>
                </a:solidFill>
                <a:uFillTx/>
                <a:latin typeface="Open Sans Light" panose="020B0606030504020204" pitchFamily="34" charset="0"/>
                <a:ea typeface="Open Sans Light" pitchFamily="2" charset="0"/>
                <a:cs typeface="Open Sans Light" pitchFamily="2" charset="0"/>
                <a:sym typeface="Poppins Light"/>
              </a:defRPr>
            </a:lvl5pPr>
            <a:lvl6pPr marL="17462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6pPr>
            <a:lvl7pPr marL="20637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7pPr>
            <a:lvl8pPr marL="23812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8pPr>
            <a:lvl9pPr marL="26987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9pPr>
          </a:lstStyle>
          <a:p>
            <a:pPr hangingPunct="1"/>
            <a:r>
              <a:rPr lang="fr-FR" sz="1600" dirty="0"/>
              <a:t>Flexibilité et déploiement</a:t>
            </a:r>
          </a:p>
        </p:txBody>
      </p:sp>
      <p:sp>
        <p:nvSpPr>
          <p:cNvPr id="15" name="Espace réservé du texte 6">
            <a:extLst>
              <a:ext uri="{FF2B5EF4-FFF2-40B4-BE49-F238E27FC236}">
                <a16:creationId xmlns:a16="http://schemas.microsoft.com/office/drawing/2014/main" id="{8EB7A419-16D5-A536-3D3D-C61EC399E81A}"/>
              </a:ext>
            </a:extLst>
          </p:cNvPr>
          <p:cNvSpPr txBox="1">
            <a:spLocks/>
          </p:cNvSpPr>
          <p:nvPr/>
        </p:nvSpPr>
        <p:spPr>
          <a:xfrm>
            <a:off x="9094930" y="3071786"/>
            <a:ext cx="2444496" cy="1288353"/>
          </a:xfrm>
          <a:prstGeom prst="rect">
            <a:avLst/>
          </a:prstGeom>
        </p:spPr>
        <p:txBody>
          <a:bodyPr vert="horz" lIns="91440" tIns="45720" rIns="91440" bIns="45720" rtlCol="0">
            <a:noAutofit/>
          </a:bodyPr>
          <a:lstStyle>
            <a:lvl1pPr marL="0" marR="0" indent="0" algn="l" defTabSz="412750" rtl="0" latinLnBrk="0">
              <a:lnSpc>
                <a:spcPct val="100000"/>
              </a:lnSpc>
              <a:spcBef>
                <a:spcPts val="300"/>
              </a:spcBef>
              <a:spcAft>
                <a:spcPts val="0"/>
              </a:spcAft>
              <a:buClrTx/>
              <a:buSzPct val="125000"/>
              <a:buFontTx/>
              <a:buNone/>
              <a:tabLst/>
              <a:defRPr sz="1000" b="1" i="0" u="none" strike="noStrike" cap="none" spc="0" baseline="0">
                <a:solidFill>
                  <a:schemeClr val="tx1">
                    <a:lumMod val="75000"/>
                    <a:lumOff val="25000"/>
                  </a:schemeClr>
                </a:solidFill>
                <a:uFillTx/>
                <a:latin typeface="Open Sans Light" panose="020B0606030504020204" pitchFamily="34" charset="0"/>
                <a:ea typeface="Open Sans ExtraBold" pitchFamily="2" charset="0"/>
                <a:cs typeface="Open Sans ExtraBold" pitchFamily="2" charset="0"/>
                <a:sym typeface="Poppins Light"/>
              </a:defRPr>
            </a:lvl1pPr>
            <a:lvl2pPr marL="358775" marR="0" indent="-202407" algn="l" defTabSz="404813" rtl="0" latinLnBrk="0">
              <a:lnSpc>
                <a:spcPct val="100000"/>
              </a:lnSpc>
              <a:spcBef>
                <a:spcPts val="300"/>
              </a:spcBef>
              <a:spcAft>
                <a:spcPts val="0"/>
              </a:spcAft>
              <a:buClrTx/>
              <a:buSzPct val="125000"/>
              <a:buFontTx/>
              <a:buChar char="•"/>
              <a:tabLst/>
              <a:defRPr sz="1350" b="0" i="0" u="none" strike="noStrike" cap="none" spc="0" baseline="0">
                <a:solidFill>
                  <a:srgbClr val="F6F6F6"/>
                </a:solidFill>
                <a:uFillTx/>
                <a:latin typeface="Open Sans Light" panose="020B0606030504020204" pitchFamily="34" charset="0"/>
                <a:ea typeface="Open Sans Light" pitchFamily="2" charset="0"/>
                <a:cs typeface="Open Sans Light" pitchFamily="2" charset="0"/>
                <a:sym typeface="Poppins Light"/>
              </a:defRPr>
            </a:lvl2pPr>
            <a:lvl3pPr marL="578644" marR="0" indent="-158750" algn="l" defTabSz="412750" rtl="0" latinLnBrk="0">
              <a:lnSpc>
                <a:spcPct val="100000"/>
              </a:lnSpc>
              <a:spcBef>
                <a:spcPts val="300"/>
              </a:spcBef>
              <a:spcAft>
                <a:spcPts val="0"/>
              </a:spcAft>
              <a:buClr>
                <a:schemeClr val="accent5"/>
              </a:buClr>
              <a:buSzPct val="125000"/>
              <a:buFont typeface="Calibri" panose="020F0502020204030204" pitchFamily="34" charset="0"/>
              <a:buChar char="‒"/>
              <a:tabLst/>
              <a:defRPr sz="1350" b="0" i="0" u="none" strike="noStrike" cap="none" spc="0" baseline="0">
                <a:solidFill>
                  <a:srgbClr val="F6F6F6"/>
                </a:solidFill>
                <a:uFillTx/>
                <a:latin typeface="Open Sans Light" panose="020B0606030504020204" pitchFamily="34" charset="0"/>
                <a:ea typeface="Open Sans Light" pitchFamily="2" charset="0"/>
                <a:cs typeface="Open Sans Light" pitchFamily="2" charset="0"/>
                <a:sym typeface="Poppins Light"/>
              </a:defRPr>
            </a:lvl3pPr>
            <a:lvl4pPr marL="740569" marR="0" indent="-158750" algn="l" defTabSz="412750" rtl="0" latinLnBrk="0">
              <a:lnSpc>
                <a:spcPct val="100000"/>
              </a:lnSpc>
              <a:spcBef>
                <a:spcPts val="300"/>
              </a:spcBef>
              <a:spcAft>
                <a:spcPts val="0"/>
              </a:spcAft>
              <a:buClrTx/>
              <a:buSzPct val="125000"/>
              <a:buFontTx/>
              <a:buChar char="•"/>
              <a:tabLst/>
              <a:defRPr sz="1350" b="0" i="0" u="none" strike="noStrike" cap="none" spc="0" baseline="0">
                <a:solidFill>
                  <a:srgbClr val="F6F6F6"/>
                </a:solidFill>
                <a:uFillTx/>
                <a:latin typeface="Open Sans Light" panose="020B0606030504020204" pitchFamily="34" charset="0"/>
                <a:ea typeface="Open Sans Light" pitchFamily="2" charset="0"/>
                <a:cs typeface="Open Sans Light" pitchFamily="2" charset="0"/>
                <a:sym typeface="Poppins Light"/>
              </a:defRPr>
            </a:lvl4pPr>
            <a:lvl5pPr marL="0" marR="0" indent="0" algn="l" defTabSz="412750" rtl="0" latinLnBrk="0">
              <a:lnSpc>
                <a:spcPct val="100000"/>
              </a:lnSpc>
              <a:spcBef>
                <a:spcPts val="300"/>
              </a:spcBef>
              <a:spcAft>
                <a:spcPts val="0"/>
              </a:spcAft>
              <a:buClrTx/>
              <a:buSzPct val="125000"/>
              <a:buFontTx/>
              <a:buNone/>
              <a:tabLst/>
              <a:defRPr sz="1350" b="0" i="0" u="none" strike="noStrike" cap="none" spc="0" baseline="0">
                <a:solidFill>
                  <a:srgbClr val="F6F6F6"/>
                </a:solidFill>
                <a:uFillTx/>
                <a:latin typeface="Open Sans Light" panose="020B0606030504020204" pitchFamily="34" charset="0"/>
                <a:ea typeface="Open Sans Light" pitchFamily="2" charset="0"/>
                <a:cs typeface="Open Sans Light" pitchFamily="2" charset="0"/>
                <a:sym typeface="Poppins Light"/>
              </a:defRPr>
            </a:lvl5pPr>
            <a:lvl6pPr marL="17462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6pPr>
            <a:lvl7pPr marL="20637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7pPr>
            <a:lvl8pPr marL="23812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8pPr>
            <a:lvl9pPr marL="26987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9pPr>
          </a:lstStyle>
          <a:p>
            <a:r>
              <a:rPr lang="fr-FR" sz="1400" dirty="0"/>
              <a:t>Les modèles open comme </a:t>
            </a:r>
            <a:r>
              <a:rPr lang="fr-FR" sz="1400" dirty="0" err="1"/>
              <a:t>Llama</a:t>
            </a:r>
            <a:r>
              <a:rPr lang="fr-FR" sz="1400" dirty="0"/>
              <a:t> permettent un déploiement interne et une personnalisation, au prix d’un effort technique plus important.</a:t>
            </a:r>
          </a:p>
        </p:txBody>
      </p:sp>
    </p:spTree>
    <p:extLst>
      <p:ext uri="{BB962C8B-B14F-4D97-AF65-F5344CB8AC3E}">
        <p14:creationId xmlns:p14="http://schemas.microsoft.com/office/powerpoint/2010/main" val="2317159565"/>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8DE61DD9-703F-B3DD-D143-A78875942A7B}"/>
              </a:ext>
            </a:extLst>
          </p:cNvPr>
          <p:cNvSpPr>
            <a:spLocks noGrp="1"/>
          </p:cNvSpPr>
          <p:nvPr>
            <p:ph type="title"/>
          </p:nvPr>
        </p:nvSpPr>
        <p:spPr>
          <a:xfrm>
            <a:off x="571135" y="202559"/>
            <a:ext cx="10782666" cy="1059607"/>
          </a:xfrm>
        </p:spPr>
        <p:txBody>
          <a:bodyPr anchor="ctr">
            <a:normAutofit/>
          </a:bodyPr>
          <a:lstStyle/>
          <a:p>
            <a:r>
              <a:rPr lang="fr-FR" dirty="0"/>
              <a:t>Agents IA appliqués aux Ressources Humaines</a:t>
            </a:r>
          </a:p>
        </p:txBody>
      </p:sp>
      <p:sp>
        <p:nvSpPr>
          <p:cNvPr id="4" name="Espace réservé du texte 3">
            <a:extLst>
              <a:ext uri="{FF2B5EF4-FFF2-40B4-BE49-F238E27FC236}">
                <a16:creationId xmlns:a16="http://schemas.microsoft.com/office/drawing/2014/main" id="{B5C565A4-FE1B-3D50-D218-6423A34C0E94}"/>
              </a:ext>
            </a:extLst>
          </p:cNvPr>
          <p:cNvSpPr>
            <a:spLocks noGrp="1"/>
          </p:cNvSpPr>
          <p:nvPr>
            <p:ph idx="1"/>
          </p:nvPr>
        </p:nvSpPr>
        <p:spPr>
          <a:xfrm>
            <a:off x="6057718" y="1978025"/>
            <a:ext cx="5296083" cy="4351338"/>
          </a:xfrm>
        </p:spPr>
        <p:txBody>
          <a:bodyPr>
            <a:normAutofit/>
          </a:bodyPr>
          <a:lstStyle/>
          <a:p>
            <a:pPr marL="0" indent="0">
              <a:buNone/>
            </a:pPr>
            <a:r>
              <a:rPr lang="fr-FR" b="0" dirty="0">
                <a:latin typeface="Open Sans" panose="020B0606030504020204" pitchFamily="34" charset="0"/>
                <a:ea typeface="Open Sans" panose="020B0606030504020204" pitchFamily="34" charset="0"/>
                <a:cs typeface="Open Sans" panose="020B0606030504020204" pitchFamily="34" charset="0"/>
              </a:rPr>
              <a:t>Les agents IA permettent d’automatiser et d’optimiser les processus RH en s’appuyant sur des modèles de langage (LLM).</a:t>
            </a:r>
            <a:br>
              <a:rPr lang="fr-FR" b="0" dirty="0">
                <a:latin typeface="Open Sans" panose="020B0606030504020204" pitchFamily="34" charset="0"/>
                <a:ea typeface="Open Sans" panose="020B0606030504020204" pitchFamily="34" charset="0"/>
                <a:cs typeface="Open Sans" panose="020B0606030504020204" pitchFamily="34" charset="0"/>
              </a:rPr>
            </a:br>
            <a:r>
              <a:rPr lang="fr-FR" b="0" dirty="0">
                <a:latin typeface="Open Sans" panose="020B0606030504020204" pitchFamily="34" charset="0"/>
                <a:ea typeface="Open Sans" panose="020B0606030504020204" pitchFamily="34" charset="0"/>
                <a:cs typeface="Open Sans" panose="020B0606030504020204" pitchFamily="34" charset="0"/>
              </a:rPr>
              <a:t>Ils facilitent l’accès à l’information, améliorent l’expérience employé et réduisent les tâches administratives.</a:t>
            </a:r>
          </a:p>
          <a:p>
            <a:r>
              <a:rPr lang="fr-FR" dirty="0">
                <a:latin typeface="Open Sans" panose="020B0606030504020204" pitchFamily="34" charset="0"/>
                <a:ea typeface="Open Sans" panose="020B0606030504020204" pitchFamily="34" charset="0"/>
                <a:cs typeface="Open Sans" panose="020B0606030504020204" pitchFamily="34" charset="0"/>
              </a:rPr>
              <a:t>Objectifs des agents RH :</a:t>
            </a:r>
          </a:p>
          <a:p>
            <a:pPr marL="0" indent="0">
              <a:buNone/>
            </a:pPr>
            <a:r>
              <a:rPr lang="fr-FR" b="0" dirty="0">
                <a:latin typeface="Open Sans" panose="020B0606030504020204" pitchFamily="34" charset="0"/>
                <a:ea typeface="Open Sans" panose="020B0606030504020204" pitchFamily="34" charset="0"/>
                <a:cs typeface="Open Sans" panose="020B0606030504020204" pitchFamily="34" charset="0"/>
              </a:rPr>
              <a:t>Améliorer l’efficacité des équipes RH </a:t>
            </a:r>
          </a:p>
          <a:p>
            <a:pPr marL="0" indent="0">
              <a:buNone/>
            </a:pPr>
            <a:r>
              <a:rPr lang="fr-FR" b="0" dirty="0">
                <a:latin typeface="Open Sans" panose="020B0606030504020204" pitchFamily="34" charset="0"/>
                <a:ea typeface="Open Sans" panose="020B0606030504020204" pitchFamily="34" charset="0"/>
                <a:cs typeface="Open Sans" panose="020B0606030504020204" pitchFamily="34" charset="0"/>
              </a:rPr>
              <a:t>Automatiser les tâches répétitives </a:t>
            </a:r>
          </a:p>
          <a:p>
            <a:pPr marL="0" indent="0">
              <a:buNone/>
            </a:pPr>
            <a:r>
              <a:rPr lang="fr-FR" b="0" dirty="0">
                <a:latin typeface="Open Sans" panose="020B0606030504020204" pitchFamily="34" charset="0"/>
                <a:ea typeface="Open Sans" panose="020B0606030504020204" pitchFamily="34" charset="0"/>
                <a:cs typeface="Open Sans" panose="020B0606030504020204" pitchFamily="34" charset="0"/>
              </a:rPr>
              <a:t>Faciliter l’accès aux informations internes </a:t>
            </a:r>
          </a:p>
          <a:p>
            <a:pPr marL="0" indent="0">
              <a:buNone/>
            </a:pPr>
            <a:r>
              <a:rPr lang="fr-FR" b="0" dirty="0">
                <a:latin typeface="Open Sans" panose="020B0606030504020204" pitchFamily="34" charset="0"/>
                <a:ea typeface="Open Sans" panose="020B0606030504020204" pitchFamily="34" charset="0"/>
                <a:cs typeface="Open Sans" panose="020B0606030504020204" pitchFamily="34" charset="0"/>
              </a:rPr>
              <a:t>Améliorer l’expérience collaborateur </a:t>
            </a:r>
          </a:p>
          <a:p>
            <a:pPr marL="0" indent="0">
              <a:buNone/>
            </a:pPr>
            <a:endParaRPr lang="fr-FR" b="0" dirty="0">
              <a:latin typeface="Open Sans" panose="020B0606030504020204" pitchFamily="34" charset="0"/>
              <a:ea typeface="Open Sans" panose="020B0606030504020204" pitchFamily="34" charset="0"/>
              <a:cs typeface="Open Sans" panose="020B0606030504020204" pitchFamily="34" charset="0"/>
            </a:endParaRPr>
          </a:p>
        </p:txBody>
      </p:sp>
      <p:pic>
        <p:nvPicPr>
          <p:cNvPr id="1028" name="Picture 4" descr="Virtual AI HR Assistants | WebHR">
            <a:extLst>
              <a:ext uri="{FF2B5EF4-FFF2-40B4-BE49-F238E27FC236}">
                <a16:creationId xmlns:a16="http://schemas.microsoft.com/office/drawing/2014/main" id="{73AB8F81-6A0B-3694-1C7D-1D837E3FBF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997" t="17849" r="19839" b="-1"/>
          <a:stretch>
            <a:fillRect/>
          </a:stretch>
        </p:blipFill>
        <p:spPr bwMode="auto">
          <a:xfrm>
            <a:off x="145503" y="1825625"/>
            <a:ext cx="5816965" cy="4208463"/>
          </a:xfrm>
          <a:prstGeom prst="rect">
            <a:avLst/>
          </a:prstGeom>
          <a:solidFill>
            <a:srgbClr val="FFFFFF"/>
          </a:solidFill>
        </p:spPr>
      </p:pic>
      <p:sp>
        <p:nvSpPr>
          <p:cNvPr id="5" name="Rectangle 4">
            <a:extLst>
              <a:ext uri="{FF2B5EF4-FFF2-40B4-BE49-F238E27FC236}">
                <a16:creationId xmlns:a16="http://schemas.microsoft.com/office/drawing/2014/main" id="{7375A723-BA64-C839-ED3E-E8EBD47C9E55}"/>
              </a:ext>
            </a:extLst>
          </p:cNvPr>
          <p:cNvSpPr/>
          <p:nvPr/>
        </p:nvSpPr>
        <p:spPr>
          <a:xfrm>
            <a:off x="145503" y="4381500"/>
            <a:ext cx="1886498" cy="1652587"/>
          </a:xfrm>
          <a:prstGeom prst="rect">
            <a:avLst/>
          </a:prstGeom>
          <a:gradFill flip="none" rotWithShape="1">
            <a:gsLst>
              <a:gs pos="0">
                <a:srgbClr val="5D9DDA">
                  <a:shade val="30000"/>
                  <a:satMod val="115000"/>
                </a:srgbClr>
              </a:gs>
              <a:gs pos="50000">
                <a:srgbClr val="5D9DDA">
                  <a:shade val="67500"/>
                  <a:satMod val="115000"/>
                </a:srgbClr>
              </a:gs>
              <a:gs pos="100000">
                <a:srgbClr val="5D9DDA">
                  <a:shade val="100000"/>
                  <a:satMod val="115000"/>
                </a:srgbClr>
              </a:gs>
            </a:gsLst>
            <a:lin ang="2700000" scaled="1"/>
            <a:tileRect/>
          </a:gradFill>
          <a:ln w="12700">
            <a:miter lim="400000"/>
          </a:ln>
        </p:spPr>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endParaRPr kumimoji="0" lang="fr-FR" sz="3200" b="1" u="none" strike="noStrike" kern="0" cap="none" spc="0" normalizeH="0" baseline="0" noProof="0" dirty="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Tree>
    <p:extLst>
      <p:ext uri="{BB962C8B-B14F-4D97-AF65-F5344CB8AC3E}">
        <p14:creationId xmlns:p14="http://schemas.microsoft.com/office/powerpoint/2010/main" val="1896447089"/>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73CEBC01-E35B-6145-10EB-5D2DAA02B6F4}"/>
              </a:ext>
            </a:extLst>
          </p:cNvPr>
          <p:cNvSpPr>
            <a:spLocks noGrp="1"/>
          </p:cNvSpPr>
          <p:nvPr>
            <p:ph type="ftr" sz="quarter" idx="11"/>
          </p:nvPr>
        </p:nvSpPr>
        <p:spPr/>
        <p:txBody>
          <a:bodyPr/>
          <a:lstStyle/>
          <a:p>
            <a:r>
              <a:rPr lang="fr-FR" dirty="0"/>
              <a:t> </a:t>
            </a:r>
          </a:p>
        </p:txBody>
      </p:sp>
      <p:sp>
        <p:nvSpPr>
          <p:cNvPr id="5" name="Titre 1">
            <a:extLst>
              <a:ext uri="{FF2B5EF4-FFF2-40B4-BE49-F238E27FC236}">
                <a16:creationId xmlns:a16="http://schemas.microsoft.com/office/drawing/2014/main" id="{F0411656-B97A-8F4D-4A00-D31E2CEECA75}"/>
              </a:ext>
            </a:extLst>
          </p:cNvPr>
          <p:cNvSpPr>
            <a:spLocks noGrp="1"/>
          </p:cNvSpPr>
          <p:nvPr>
            <p:ph type="title"/>
          </p:nvPr>
        </p:nvSpPr>
        <p:spPr>
          <a:xfrm>
            <a:off x="571500" y="203200"/>
            <a:ext cx="10782300" cy="1058863"/>
          </a:xfrm>
        </p:spPr>
        <p:txBody>
          <a:bodyPr/>
          <a:lstStyle/>
          <a:p>
            <a:r>
              <a:rPr lang="fr-FR" dirty="0"/>
              <a:t>Principaux cas d’usage des agents RH</a:t>
            </a:r>
          </a:p>
        </p:txBody>
      </p:sp>
      <p:sp>
        <p:nvSpPr>
          <p:cNvPr id="6" name="Espace réservé du contenu 2">
            <a:extLst>
              <a:ext uri="{FF2B5EF4-FFF2-40B4-BE49-F238E27FC236}">
                <a16:creationId xmlns:a16="http://schemas.microsoft.com/office/drawing/2014/main" id="{C83C4EC0-0202-4EB2-3E14-498D272AB6CD}"/>
              </a:ext>
            </a:extLst>
          </p:cNvPr>
          <p:cNvSpPr>
            <a:spLocks noGrp="1"/>
          </p:cNvSpPr>
          <p:nvPr>
            <p:ph idx="1"/>
          </p:nvPr>
        </p:nvSpPr>
        <p:spPr>
          <a:xfrm>
            <a:off x="1016000" y="1381125"/>
            <a:ext cx="10782300" cy="4351338"/>
          </a:xfrm>
        </p:spPr>
        <p:txBody>
          <a:bodyPr>
            <a:normAutofit lnSpcReduction="10000"/>
          </a:bodyPr>
          <a:lstStyle/>
          <a:p>
            <a:pPr marL="0" indent="0">
              <a:buNone/>
            </a:pPr>
            <a:r>
              <a:rPr lang="fr-FR" dirty="0">
                <a:latin typeface="Open Sans" panose="020B0606030504020204" pitchFamily="34" charset="0"/>
                <a:ea typeface="Open Sans" panose="020B0606030504020204" pitchFamily="34" charset="0"/>
                <a:cs typeface="Open Sans" panose="020B0606030504020204" pitchFamily="34" charset="0"/>
              </a:rPr>
              <a:t>Agents RH possibles</a:t>
            </a:r>
          </a:p>
          <a:p>
            <a:pPr marL="0" indent="0">
              <a:buNone/>
            </a:pPr>
            <a:endParaRPr lang="fr-FR" dirty="0">
              <a:latin typeface="Open Sans" panose="020B0606030504020204" pitchFamily="34" charset="0"/>
              <a:ea typeface="Open Sans" panose="020B0606030504020204" pitchFamily="34" charset="0"/>
              <a:cs typeface="Open Sans" panose="020B0606030504020204" pitchFamily="34" charset="0"/>
            </a:endParaRPr>
          </a:p>
          <a:p>
            <a:r>
              <a:rPr lang="fr-FR" sz="1600" b="0" dirty="0">
                <a:latin typeface="Open Sans" panose="020B0606030504020204" pitchFamily="34" charset="0"/>
                <a:ea typeface="Open Sans" panose="020B0606030504020204" pitchFamily="34" charset="0"/>
                <a:cs typeface="Open Sans" panose="020B0606030504020204" pitchFamily="34" charset="0"/>
              </a:rPr>
              <a:t>Assistant RH interne</a:t>
            </a:r>
            <a:br>
              <a:rPr lang="fr-FR" sz="1600" b="0" dirty="0">
                <a:latin typeface="Open Sans" panose="020B0606030504020204" pitchFamily="34" charset="0"/>
                <a:ea typeface="Open Sans" panose="020B0606030504020204" pitchFamily="34" charset="0"/>
                <a:cs typeface="Open Sans" panose="020B0606030504020204" pitchFamily="34" charset="0"/>
              </a:rPr>
            </a:br>
            <a:r>
              <a:rPr lang="fr-FR" sz="1600" b="0" dirty="0">
                <a:latin typeface="Open Sans" panose="020B0606030504020204" pitchFamily="34" charset="0"/>
                <a:ea typeface="Open Sans" panose="020B0606030504020204" pitchFamily="34" charset="0"/>
                <a:cs typeface="Open Sans" panose="020B0606030504020204" pitchFamily="34" charset="0"/>
              </a:rPr>
              <a:t>(Répond aux questions des employés : congés, paie, procédures) </a:t>
            </a:r>
          </a:p>
          <a:p>
            <a:r>
              <a:rPr lang="fr-FR" sz="1600" b="0" dirty="0">
                <a:latin typeface="Open Sans" panose="020B0606030504020204" pitchFamily="34" charset="0"/>
                <a:ea typeface="Open Sans" panose="020B0606030504020204" pitchFamily="34" charset="0"/>
                <a:cs typeface="Open Sans" panose="020B0606030504020204" pitchFamily="34" charset="0"/>
              </a:rPr>
              <a:t>Agent gestion documentaire</a:t>
            </a:r>
            <a:br>
              <a:rPr lang="fr-FR" sz="1600" b="0" dirty="0">
                <a:latin typeface="Open Sans" panose="020B0606030504020204" pitchFamily="34" charset="0"/>
                <a:ea typeface="Open Sans" panose="020B0606030504020204" pitchFamily="34" charset="0"/>
                <a:cs typeface="Open Sans" panose="020B0606030504020204" pitchFamily="34" charset="0"/>
              </a:rPr>
            </a:br>
            <a:r>
              <a:rPr lang="fr-FR" sz="1600" b="0" dirty="0">
                <a:latin typeface="Open Sans" panose="020B0606030504020204" pitchFamily="34" charset="0"/>
                <a:ea typeface="Open Sans" panose="020B0606030504020204" pitchFamily="34" charset="0"/>
                <a:cs typeface="Open Sans" panose="020B0606030504020204" pitchFamily="34" charset="0"/>
              </a:rPr>
              <a:t>(Analyse contrats, politiques RH) </a:t>
            </a:r>
          </a:p>
          <a:p>
            <a:r>
              <a:rPr lang="fr-FR" sz="1600" b="0" dirty="0">
                <a:latin typeface="Open Sans" panose="020B0606030504020204" pitchFamily="34" charset="0"/>
                <a:ea typeface="Open Sans" panose="020B0606030504020204" pitchFamily="34" charset="0"/>
                <a:cs typeface="Open Sans" panose="020B0606030504020204" pitchFamily="34" charset="0"/>
              </a:rPr>
              <a:t>Agent </a:t>
            </a:r>
            <a:r>
              <a:rPr lang="fr-FR" sz="1600" b="0" dirty="0" err="1">
                <a:latin typeface="Open Sans" panose="020B0606030504020204" pitchFamily="34" charset="0"/>
                <a:ea typeface="Open Sans" panose="020B0606030504020204" pitchFamily="34" charset="0"/>
                <a:cs typeface="Open Sans" panose="020B0606030504020204" pitchFamily="34" charset="0"/>
              </a:rPr>
              <a:t>onboarding</a:t>
            </a:r>
            <a:br>
              <a:rPr lang="fr-FR" sz="1600" b="0" dirty="0">
                <a:latin typeface="Open Sans" panose="020B0606030504020204" pitchFamily="34" charset="0"/>
                <a:ea typeface="Open Sans" panose="020B0606030504020204" pitchFamily="34" charset="0"/>
                <a:cs typeface="Open Sans" panose="020B0606030504020204" pitchFamily="34" charset="0"/>
              </a:rPr>
            </a:br>
            <a:r>
              <a:rPr lang="fr-FR" sz="1600" b="0" dirty="0">
                <a:latin typeface="Open Sans" panose="020B0606030504020204" pitchFamily="34" charset="0"/>
                <a:ea typeface="Open Sans" panose="020B0606030504020204" pitchFamily="34" charset="0"/>
                <a:cs typeface="Open Sans" panose="020B0606030504020204" pitchFamily="34" charset="0"/>
              </a:rPr>
              <a:t>(Guide les nouveaux employés</a:t>
            </a:r>
            <a:r>
              <a:rPr lang="fr-FR" b="0" dirty="0">
                <a:latin typeface="Open Sans" panose="020B0606030504020204" pitchFamily="34" charset="0"/>
                <a:ea typeface="Open Sans" panose="020B0606030504020204" pitchFamily="34" charset="0"/>
                <a:cs typeface="Open Sans" panose="020B0606030504020204" pitchFamily="34" charset="0"/>
              </a:rPr>
              <a:t>) </a:t>
            </a:r>
          </a:p>
          <a:p>
            <a:r>
              <a:rPr lang="fr-FR" b="0" dirty="0">
                <a:latin typeface="Open Sans" panose="020B0606030504020204" pitchFamily="34" charset="0"/>
                <a:ea typeface="Open Sans" panose="020B0606030504020204" pitchFamily="34" charset="0"/>
                <a:cs typeface="Open Sans" panose="020B0606030504020204" pitchFamily="34" charset="0"/>
              </a:rPr>
              <a:t>Agent support RH</a:t>
            </a:r>
            <a:br>
              <a:rPr lang="fr-FR" b="0" dirty="0">
                <a:latin typeface="Open Sans" panose="020B0606030504020204" pitchFamily="34" charset="0"/>
                <a:ea typeface="Open Sans" panose="020B0606030504020204" pitchFamily="34" charset="0"/>
                <a:cs typeface="Open Sans" panose="020B0606030504020204" pitchFamily="34" charset="0"/>
              </a:rPr>
            </a:br>
            <a:r>
              <a:rPr lang="fr-FR" b="0" dirty="0">
                <a:latin typeface="Open Sans" panose="020B0606030504020204" pitchFamily="34" charset="0"/>
                <a:ea typeface="Open Sans" panose="020B0606030504020204" pitchFamily="34" charset="0"/>
                <a:cs typeface="Open Sans" panose="020B0606030504020204" pitchFamily="34" charset="0"/>
              </a:rPr>
              <a:t>(Automatise les demandes internes)</a:t>
            </a:r>
          </a:p>
          <a:p>
            <a:pPr marL="0" indent="0">
              <a:buNone/>
            </a:pPr>
            <a:endParaRPr lang="fr-FR" b="0" dirty="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fr-FR" dirty="0">
                <a:latin typeface="Open Sans" panose="020B0606030504020204" pitchFamily="34" charset="0"/>
                <a:ea typeface="Open Sans" panose="020B0606030504020204" pitchFamily="34" charset="0"/>
                <a:cs typeface="Open Sans" panose="020B0606030504020204" pitchFamily="34" charset="0"/>
              </a:rPr>
              <a:t>LLM recommandés</a:t>
            </a:r>
          </a:p>
          <a:p>
            <a:pPr marL="0" indent="0">
              <a:buNone/>
            </a:pPr>
            <a:endParaRPr lang="fr-FR" dirty="0">
              <a:latin typeface="Open Sans" panose="020B0606030504020204" pitchFamily="34" charset="0"/>
              <a:ea typeface="Open Sans" panose="020B0606030504020204" pitchFamily="34" charset="0"/>
              <a:cs typeface="Open Sans" panose="020B0606030504020204" pitchFamily="34" charset="0"/>
            </a:endParaRPr>
          </a:p>
          <a:p>
            <a:r>
              <a:rPr lang="fr-FR" sz="1600" b="0" dirty="0">
                <a:latin typeface="Open Sans" panose="020B0606030504020204" pitchFamily="34" charset="0"/>
                <a:ea typeface="Open Sans" panose="020B0606030504020204" pitchFamily="34" charset="0"/>
                <a:cs typeface="Open Sans" panose="020B0606030504020204" pitchFamily="34" charset="0"/>
              </a:rPr>
              <a:t>GPT → assistant RH global </a:t>
            </a:r>
          </a:p>
          <a:p>
            <a:r>
              <a:rPr lang="fr-FR" sz="1600" b="0" dirty="0">
                <a:latin typeface="Open Sans" panose="020B0606030504020204" pitchFamily="34" charset="0"/>
                <a:ea typeface="Open Sans" panose="020B0606030504020204" pitchFamily="34" charset="0"/>
                <a:cs typeface="Open Sans" panose="020B0606030504020204" pitchFamily="34" charset="0"/>
              </a:rPr>
              <a:t>Claude → analyse documentaire RH </a:t>
            </a:r>
          </a:p>
          <a:p>
            <a:r>
              <a:rPr lang="fr-FR" sz="1600" b="0" dirty="0">
                <a:latin typeface="Open Sans" panose="020B0606030504020204" pitchFamily="34" charset="0"/>
                <a:ea typeface="Open Sans" panose="020B0606030504020204" pitchFamily="34" charset="0"/>
                <a:cs typeface="Open Sans" panose="020B0606030504020204" pitchFamily="34" charset="0"/>
              </a:rPr>
              <a:t>Mistral → RH interne (données sensibles)</a:t>
            </a:r>
          </a:p>
          <a:p>
            <a:endParaRPr lang="fr-FR" b="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6127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B823-582B-1649-7ED7-13A9F4220328}"/>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369A7294-F70D-3D23-2319-A35E80166417}"/>
              </a:ext>
            </a:extLst>
          </p:cNvPr>
          <p:cNvSpPr>
            <a:spLocks noGrp="1"/>
          </p:cNvSpPr>
          <p:nvPr>
            <p:ph type="title"/>
          </p:nvPr>
        </p:nvSpPr>
        <p:spPr>
          <a:xfrm>
            <a:off x="609235" y="266059"/>
            <a:ext cx="10782666" cy="1059607"/>
          </a:xfrm>
        </p:spPr>
        <p:txBody>
          <a:bodyPr anchor="ctr">
            <a:normAutofit/>
          </a:bodyPr>
          <a:lstStyle/>
          <a:p>
            <a:r>
              <a:rPr lang="fr-FR" dirty="0"/>
              <a:t>Agent RH Recrutement </a:t>
            </a:r>
          </a:p>
        </p:txBody>
      </p:sp>
      <p:graphicFrame>
        <p:nvGraphicFramePr>
          <p:cNvPr id="21" name="Tableau 20">
            <a:extLst>
              <a:ext uri="{FF2B5EF4-FFF2-40B4-BE49-F238E27FC236}">
                <a16:creationId xmlns:a16="http://schemas.microsoft.com/office/drawing/2014/main" id="{D2ED204D-B518-A37D-38E8-1463DCEA9FB6}"/>
              </a:ext>
            </a:extLst>
          </p:cNvPr>
          <p:cNvGraphicFramePr>
            <a:graphicFrameLocks noGrp="1"/>
          </p:cNvGraphicFramePr>
          <p:nvPr>
            <p:extLst>
              <p:ext uri="{D42A27DB-BD31-4B8C-83A1-F6EECF244321}">
                <p14:modId xmlns:p14="http://schemas.microsoft.com/office/powerpoint/2010/main" val="3919274000"/>
              </p:ext>
            </p:extLst>
          </p:nvPr>
        </p:nvGraphicFramePr>
        <p:xfrm>
          <a:off x="4533900" y="2717800"/>
          <a:ext cx="6185218" cy="3322320"/>
        </p:xfrm>
        <a:graphic>
          <a:graphicData uri="http://schemas.openxmlformats.org/drawingml/2006/table">
            <a:tbl>
              <a:tblPr firstRow="1" bandRow="1">
                <a:tableStyleId>{EEE7283C-3CF3-47DC-8721-378D4A62B228}</a:tableStyleId>
              </a:tblPr>
              <a:tblGrid>
                <a:gridCol w="2121218">
                  <a:extLst>
                    <a:ext uri="{9D8B030D-6E8A-4147-A177-3AD203B41FA5}">
                      <a16:colId xmlns:a16="http://schemas.microsoft.com/office/drawing/2014/main" val="2752495505"/>
                    </a:ext>
                  </a:extLst>
                </a:gridCol>
                <a:gridCol w="4064000">
                  <a:extLst>
                    <a:ext uri="{9D8B030D-6E8A-4147-A177-3AD203B41FA5}">
                      <a16:colId xmlns:a16="http://schemas.microsoft.com/office/drawing/2014/main" val="1299825164"/>
                    </a:ext>
                  </a:extLst>
                </a:gridCol>
              </a:tblGrid>
              <a:tr h="370840">
                <a:tc>
                  <a:txBody>
                    <a:bodyPr/>
                    <a:lstStyle/>
                    <a:p>
                      <a:r>
                        <a:rPr lang="fr-FR" sz="1400" dirty="0"/>
                        <a:t>Cas d’usage</a:t>
                      </a:r>
                    </a:p>
                  </a:txBody>
                  <a:tcPr>
                    <a:solidFill>
                      <a:srgbClr val="101550"/>
                    </a:solidFill>
                  </a:tcPr>
                </a:tc>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400" dirty="0"/>
                        <a:t>LLM recommandé</a:t>
                      </a:r>
                    </a:p>
                    <a:p>
                      <a:endParaRPr lang="fr-FR" sz="1400" dirty="0"/>
                    </a:p>
                  </a:txBody>
                  <a:tcPr>
                    <a:solidFill>
                      <a:srgbClr val="101550"/>
                    </a:solidFill>
                  </a:tcPr>
                </a:tc>
                <a:extLst>
                  <a:ext uri="{0D108BD9-81ED-4DB2-BD59-A6C34878D82A}">
                    <a16:rowId xmlns:a16="http://schemas.microsoft.com/office/drawing/2014/main" val="2284251621"/>
                  </a:ext>
                </a:extLst>
              </a:tr>
              <a:tr h="370840">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400" dirty="0"/>
                        <a:t>Analyse CV</a:t>
                      </a:r>
                    </a:p>
                    <a:p>
                      <a:endParaRPr lang="fr-FR" sz="1400" dirty="0"/>
                    </a:p>
                  </a:txBody>
                  <a:tcPr/>
                </a:tc>
                <a:tc>
                  <a:txBody>
                    <a:bodyPr/>
                    <a:lstStyle/>
                    <a:p>
                      <a:r>
                        <a:rPr lang="fr-FR" sz="1400" dirty="0"/>
                        <a:t>Claude</a:t>
                      </a:r>
                    </a:p>
                  </a:txBody>
                  <a:tcPr/>
                </a:tc>
                <a:extLst>
                  <a:ext uri="{0D108BD9-81ED-4DB2-BD59-A6C34878D82A}">
                    <a16:rowId xmlns:a16="http://schemas.microsoft.com/office/drawing/2014/main" val="1946692328"/>
                  </a:ext>
                </a:extLst>
              </a:tr>
              <a:tr h="370840">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400" dirty="0"/>
                        <a:t>Matching</a:t>
                      </a:r>
                    </a:p>
                    <a:p>
                      <a:endParaRPr lang="fr-FR" sz="1400" dirty="0"/>
                    </a:p>
                  </a:txBody>
                  <a:tcPr/>
                </a:tc>
                <a:tc>
                  <a:txBody>
                    <a:bodyPr/>
                    <a:lstStyle/>
                    <a:p>
                      <a:r>
                        <a:rPr lang="fr-FR" sz="1400" dirty="0"/>
                        <a:t>GPT</a:t>
                      </a:r>
                    </a:p>
                  </a:txBody>
                  <a:tcPr/>
                </a:tc>
                <a:extLst>
                  <a:ext uri="{0D108BD9-81ED-4DB2-BD59-A6C34878D82A}">
                    <a16:rowId xmlns:a16="http://schemas.microsoft.com/office/drawing/2014/main" val="2007087125"/>
                  </a:ext>
                </a:extLst>
              </a:tr>
              <a:tr h="370840">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400" dirty="0" err="1"/>
                        <a:t>Chatbot</a:t>
                      </a:r>
                      <a:r>
                        <a:rPr lang="fr-FR" sz="1400" dirty="0"/>
                        <a:t> candidat</a:t>
                      </a:r>
                    </a:p>
                    <a:p>
                      <a:endParaRPr lang="fr-FR" sz="1400" dirty="0"/>
                    </a:p>
                  </a:txBody>
                  <a:tcPr/>
                </a:tc>
                <a:tc>
                  <a:txBody>
                    <a:bodyPr/>
                    <a:lstStyle/>
                    <a:p>
                      <a:r>
                        <a:rPr lang="fr-FR" sz="1400" dirty="0"/>
                        <a:t>GPT / Gemini</a:t>
                      </a:r>
                    </a:p>
                  </a:txBody>
                  <a:tcPr/>
                </a:tc>
                <a:extLst>
                  <a:ext uri="{0D108BD9-81ED-4DB2-BD59-A6C34878D82A}">
                    <a16:rowId xmlns:a16="http://schemas.microsoft.com/office/drawing/2014/main" val="3489232928"/>
                  </a:ext>
                </a:extLst>
              </a:tr>
              <a:tr h="370840">
                <a:tc>
                  <a:txBody>
                    <a:bodyPr/>
                    <a:lstStyle/>
                    <a:p>
                      <a:pPr marL="0" marR="0" lvl="0" indent="0" algn="ctr" defTabSz="412750" eaLnBrk="1" fontAlgn="auto" latinLnBrk="0" hangingPunct="1">
                        <a:lnSpc>
                          <a:spcPct val="100000"/>
                        </a:lnSpc>
                        <a:spcBef>
                          <a:spcPts val="0"/>
                        </a:spcBef>
                        <a:spcAft>
                          <a:spcPts val="0"/>
                        </a:spcAft>
                        <a:buClrTx/>
                        <a:buSzTx/>
                        <a:buFontTx/>
                        <a:buNone/>
                        <a:tabLst/>
                        <a:defRPr/>
                      </a:pPr>
                      <a:r>
                        <a:rPr lang="fr-FR" sz="1400" dirty="0"/>
                        <a:t>Analyse entretien</a:t>
                      </a:r>
                    </a:p>
                    <a:p>
                      <a:endParaRPr lang="fr-FR" sz="1400" dirty="0"/>
                    </a:p>
                  </a:txBody>
                  <a:tcPr/>
                </a:tc>
                <a:tc>
                  <a:txBody>
                    <a:bodyPr/>
                    <a:lstStyle/>
                    <a:p>
                      <a:r>
                        <a:rPr lang="fr-FR" sz="1400" dirty="0"/>
                        <a:t>Claude</a:t>
                      </a:r>
                    </a:p>
                  </a:txBody>
                  <a:tcPr/>
                </a:tc>
                <a:extLst>
                  <a:ext uri="{0D108BD9-81ED-4DB2-BD59-A6C34878D82A}">
                    <a16:rowId xmlns:a16="http://schemas.microsoft.com/office/drawing/2014/main" val="4247175097"/>
                  </a:ext>
                </a:extLst>
              </a:tr>
              <a:tr h="322794">
                <a:tc>
                  <a:txBody>
                    <a:bodyPr/>
                    <a:lstStyle/>
                    <a:p>
                      <a:pPr>
                        <a:buNone/>
                      </a:pPr>
                      <a:r>
                        <a:rPr lang="fr-FR" sz="1400" dirty="0"/>
                        <a:t>Génération fiche poste</a:t>
                      </a:r>
                    </a:p>
                    <a:p>
                      <a:pPr>
                        <a:buNone/>
                      </a:pPr>
                      <a:endParaRPr lang="fr-FR" sz="1400" dirty="0"/>
                    </a:p>
                  </a:txBody>
                  <a:tcPr anchor="ctr"/>
                </a:tc>
                <a:tc>
                  <a:txBody>
                    <a:bodyPr/>
                    <a:lstStyle/>
                    <a:p>
                      <a:pPr>
                        <a:buNone/>
                      </a:pPr>
                      <a:r>
                        <a:rPr lang="fr-FR" sz="1400" dirty="0"/>
                        <a:t>GPT</a:t>
                      </a:r>
                    </a:p>
                  </a:txBody>
                  <a:tcPr anchor="ctr"/>
                </a:tc>
                <a:extLst>
                  <a:ext uri="{0D108BD9-81ED-4DB2-BD59-A6C34878D82A}">
                    <a16:rowId xmlns:a16="http://schemas.microsoft.com/office/drawing/2014/main" val="1974507633"/>
                  </a:ext>
                </a:extLst>
              </a:tr>
            </a:tbl>
          </a:graphicData>
        </a:graphic>
      </p:graphicFrame>
      <p:sp>
        <p:nvSpPr>
          <p:cNvPr id="25" name="Espace réservé du contenu 2">
            <a:extLst>
              <a:ext uri="{FF2B5EF4-FFF2-40B4-BE49-F238E27FC236}">
                <a16:creationId xmlns:a16="http://schemas.microsoft.com/office/drawing/2014/main" id="{B8D43C5F-A0CD-72BF-7E10-42E78B37AC33}"/>
              </a:ext>
            </a:extLst>
          </p:cNvPr>
          <p:cNvSpPr>
            <a:spLocks noGrp="1"/>
          </p:cNvSpPr>
          <p:nvPr>
            <p:ph idx="1"/>
          </p:nvPr>
        </p:nvSpPr>
        <p:spPr>
          <a:xfrm>
            <a:off x="1016000" y="1381125"/>
            <a:ext cx="10782300" cy="4351338"/>
          </a:xfrm>
        </p:spPr>
        <p:txBody>
          <a:bodyPr/>
          <a:lstStyle/>
          <a:p>
            <a:pPr marL="0" indent="0">
              <a:buNone/>
            </a:pPr>
            <a:r>
              <a:rPr lang="fr-FR" dirty="0">
                <a:latin typeface="Open Sans" panose="020B0606030504020204" pitchFamily="34" charset="0"/>
                <a:ea typeface="Open Sans" panose="020B0606030504020204" pitchFamily="34" charset="0"/>
                <a:cs typeface="Open Sans" panose="020B0606030504020204" pitchFamily="34" charset="0"/>
              </a:rPr>
              <a:t>Agents possibles</a:t>
            </a:r>
          </a:p>
          <a:p>
            <a:pPr marL="0" indent="0">
              <a:buNone/>
            </a:pPr>
            <a:endParaRPr lang="fr-FR" dirty="0">
              <a:latin typeface="Open Sans" panose="020B0606030504020204" pitchFamily="34" charset="0"/>
              <a:ea typeface="Open Sans" panose="020B0606030504020204" pitchFamily="34" charset="0"/>
              <a:cs typeface="Open Sans" panose="020B0606030504020204" pitchFamily="34" charset="0"/>
            </a:endParaRPr>
          </a:p>
          <a:p>
            <a:r>
              <a:rPr lang="fr-FR" sz="1600" b="0" dirty="0">
                <a:latin typeface="Open Sans" panose="020B0606030504020204" pitchFamily="34" charset="0"/>
                <a:ea typeface="Open Sans" panose="020B0606030504020204" pitchFamily="34" charset="0"/>
                <a:cs typeface="Open Sans" panose="020B0606030504020204" pitchFamily="34" charset="0"/>
              </a:rPr>
              <a:t>Tri de CV </a:t>
            </a:r>
          </a:p>
          <a:p>
            <a:r>
              <a:rPr lang="fr-FR" sz="1600" b="0" dirty="0">
                <a:latin typeface="Open Sans" panose="020B0606030504020204" pitchFamily="34" charset="0"/>
                <a:ea typeface="Open Sans" panose="020B0606030504020204" pitchFamily="34" charset="0"/>
                <a:cs typeface="Open Sans" panose="020B0606030504020204" pitchFamily="34" charset="0"/>
              </a:rPr>
              <a:t>Matching candidat / poste </a:t>
            </a:r>
          </a:p>
          <a:p>
            <a:r>
              <a:rPr lang="fr-FR" sz="1600" b="0" dirty="0" err="1">
                <a:latin typeface="Open Sans" panose="020B0606030504020204" pitchFamily="34" charset="0"/>
                <a:ea typeface="Open Sans" panose="020B0606030504020204" pitchFamily="34" charset="0"/>
                <a:cs typeface="Open Sans" panose="020B0606030504020204" pitchFamily="34" charset="0"/>
              </a:rPr>
              <a:t>Chatbot</a:t>
            </a:r>
            <a:r>
              <a:rPr lang="fr-FR" sz="1600" b="0" dirty="0">
                <a:latin typeface="Open Sans" panose="020B0606030504020204" pitchFamily="34" charset="0"/>
                <a:ea typeface="Open Sans" panose="020B0606030504020204" pitchFamily="34" charset="0"/>
                <a:cs typeface="Open Sans" panose="020B0606030504020204" pitchFamily="34" charset="0"/>
              </a:rPr>
              <a:t> candidat </a:t>
            </a:r>
          </a:p>
          <a:p>
            <a:r>
              <a:rPr lang="fr-FR" sz="1600" b="0" dirty="0">
                <a:latin typeface="Open Sans" panose="020B0606030504020204" pitchFamily="34" charset="0"/>
                <a:ea typeface="Open Sans" panose="020B0606030504020204" pitchFamily="34" charset="0"/>
                <a:cs typeface="Open Sans" panose="020B0606030504020204" pitchFamily="34" charset="0"/>
              </a:rPr>
              <a:t>Génération d’offres d’emploi </a:t>
            </a:r>
          </a:p>
          <a:p>
            <a:r>
              <a:rPr lang="fr-FR" sz="1600" b="0" dirty="0">
                <a:latin typeface="Open Sans" panose="020B0606030504020204" pitchFamily="34" charset="0"/>
                <a:ea typeface="Open Sans" panose="020B0606030504020204" pitchFamily="34" charset="0"/>
                <a:cs typeface="Open Sans" panose="020B0606030504020204" pitchFamily="34" charset="0"/>
              </a:rPr>
              <a:t>Analyse d’entretiens </a:t>
            </a:r>
          </a:p>
          <a:p>
            <a:pPr marL="0" indent="0">
              <a:buNone/>
            </a:pPr>
            <a:endParaRPr lang="fr-FR"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83386661"/>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6941B1-7C23-7BAD-E586-447F7186DADD}"/>
              </a:ext>
            </a:extLst>
          </p:cNvPr>
          <p:cNvSpPr>
            <a:spLocks noGrp="1"/>
          </p:cNvSpPr>
          <p:nvPr>
            <p:ph type="title"/>
          </p:nvPr>
        </p:nvSpPr>
        <p:spPr/>
        <p:txBody>
          <a:bodyPr/>
          <a:lstStyle/>
          <a:p>
            <a:r>
              <a:rPr lang="fr-FR" dirty="0"/>
              <a:t>Fonctionnement technique d’un agent IA de recrutement</a:t>
            </a:r>
          </a:p>
        </p:txBody>
      </p:sp>
      <p:sp>
        <p:nvSpPr>
          <p:cNvPr id="4" name="Espace réservé du pied de page 3">
            <a:extLst>
              <a:ext uri="{FF2B5EF4-FFF2-40B4-BE49-F238E27FC236}">
                <a16:creationId xmlns:a16="http://schemas.microsoft.com/office/drawing/2014/main" id="{5BB06287-E00A-7D48-F180-B61EF36BB4A1}"/>
              </a:ext>
            </a:extLst>
          </p:cNvPr>
          <p:cNvSpPr>
            <a:spLocks noGrp="1"/>
          </p:cNvSpPr>
          <p:nvPr>
            <p:ph type="ftr" sz="quarter" idx="11"/>
          </p:nvPr>
        </p:nvSpPr>
        <p:spPr/>
        <p:txBody>
          <a:bodyPr/>
          <a:lstStyle/>
          <a:p>
            <a:r>
              <a:rPr lang="fr-FR" dirty="0"/>
              <a:t> </a:t>
            </a:r>
          </a:p>
        </p:txBody>
      </p:sp>
      <p:sp>
        <p:nvSpPr>
          <p:cNvPr id="5" name="Espace réservé du contenu 2">
            <a:extLst>
              <a:ext uri="{FF2B5EF4-FFF2-40B4-BE49-F238E27FC236}">
                <a16:creationId xmlns:a16="http://schemas.microsoft.com/office/drawing/2014/main" id="{4D487702-CA17-69D2-8562-3A83E5669423}"/>
              </a:ext>
            </a:extLst>
          </p:cNvPr>
          <p:cNvSpPr txBox="1">
            <a:spLocks/>
          </p:cNvSpPr>
          <p:nvPr/>
        </p:nvSpPr>
        <p:spPr>
          <a:xfrm>
            <a:off x="1016000" y="1381125"/>
            <a:ext cx="10782300" cy="4351338"/>
          </a:xfrm>
          <a:prstGeom prst="rect">
            <a:avLst/>
          </a:prstGeom>
        </p:spPr>
        <p:txBody>
          <a:bodyPr vert="horz" lIns="91440" tIns="45720" rIns="91440" bIns="45720" rtlCol="0">
            <a:normAutofit/>
          </a:bodyPr>
          <a:lstStyle>
            <a:lvl1pPr marL="158750" marR="0" indent="-158750" algn="l" defTabSz="412750" rtl="0" latinLnBrk="0">
              <a:lnSpc>
                <a:spcPct val="100000"/>
              </a:lnSpc>
              <a:spcBef>
                <a:spcPts val="300"/>
              </a:spcBef>
              <a:spcAft>
                <a:spcPts val="0"/>
              </a:spcAft>
              <a:buClrTx/>
              <a:buSzPct val="125000"/>
              <a:buFontTx/>
              <a:buChar char="•"/>
              <a:tabLst/>
              <a:defRPr sz="1800" b="1" i="0" u="none" strike="noStrike" cap="none" spc="0" baseline="0">
                <a:solidFill>
                  <a:schemeClr val="tx1"/>
                </a:solidFill>
                <a:uFillTx/>
                <a:latin typeface="Open Sans ExtraBold" pitchFamily="2" charset="0"/>
                <a:ea typeface="Open Sans ExtraBold" pitchFamily="2" charset="0"/>
                <a:cs typeface="Open Sans ExtraBold" pitchFamily="2" charset="0"/>
                <a:sym typeface="Poppins Light"/>
              </a:defRPr>
            </a:lvl1pPr>
            <a:lvl2pPr marL="358775" marR="0" indent="-202407" algn="l" defTabSz="404813" rtl="0" latinLnBrk="0">
              <a:lnSpc>
                <a:spcPct val="100000"/>
              </a:lnSpc>
              <a:spcBef>
                <a:spcPts val="300"/>
              </a:spcBef>
              <a:spcAft>
                <a:spcPts val="0"/>
              </a:spcAft>
              <a:buClrTx/>
              <a:buSzPct val="125000"/>
              <a:buFontTx/>
              <a:buChar char="•"/>
              <a:tabLst/>
              <a:defRPr sz="1600" b="0" i="0" u="none" strike="noStrike" cap="none" spc="0" baseline="0">
                <a:solidFill>
                  <a:schemeClr val="tx1"/>
                </a:solidFill>
                <a:uFillTx/>
                <a:latin typeface="Open Sans Light" pitchFamily="2" charset="0"/>
                <a:ea typeface="Open Sans Light" pitchFamily="2" charset="0"/>
                <a:cs typeface="Open Sans Light" pitchFamily="2" charset="0"/>
                <a:sym typeface="Poppins Light"/>
              </a:defRPr>
            </a:lvl2pPr>
            <a:lvl3pPr marL="578644" marR="0" indent="-158750" algn="l" defTabSz="412750" rtl="0" latinLnBrk="0">
              <a:lnSpc>
                <a:spcPct val="100000"/>
              </a:lnSpc>
              <a:spcBef>
                <a:spcPts val="300"/>
              </a:spcBef>
              <a:spcAft>
                <a:spcPts val="0"/>
              </a:spcAft>
              <a:buClr>
                <a:schemeClr val="accent5"/>
              </a:buClr>
              <a:buSzPct val="125000"/>
              <a:buFont typeface="Calibri" panose="020F0502020204030204" pitchFamily="34" charset="0"/>
              <a:buChar char="‒"/>
              <a:tabLst/>
              <a:defRPr sz="1200" b="0" i="0" u="none" strike="noStrike" cap="none" spc="0" baseline="0">
                <a:solidFill>
                  <a:schemeClr val="tx1"/>
                </a:solidFill>
                <a:uFillTx/>
                <a:latin typeface="Open Sans Light" pitchFamily="2" charset="0"/>
                <a:ea typeface="Open Sans Light" pitchFamily="2" charset="0"/>
                <a:cs typeface="Open Sans Light" pitchFamily="2" charset="0"/>
                <a:sym typeface="Poppins Light"/>
              </a:defRPr>
            </a:lvl3pPr>
            <a:lvl4pPr marL="740569" marR="0" indent="-158750" algn="l" defTabSz="412750" rtl="0" latinLnBrk="0">
              <a:lnSpc>
                <a:spcPct val="100000"/>
              </a:lnSpc>
              <a:spcBef>
                <a:spcPts val="300"/>
              </a:spcBef>
              <a:spcAft>
                <a:spcPts val="0"/>
              </a:spcAft>
              <a:buClrTx/>
              <a:buSzPct val="125000"/>
              <a:buFontTx/>
              <a:buChar char="•"/>
              <a:tabLst/>
              <a:defRPr sz="900" b="0" i="0" u="none" strike="noStrike" cap="none" spc="0" baseline="0">
                <a:solidFill>
                  <a:schemeClr val="tx1"/>
                </a:solidFill>
                <a:uFillTx/>
                <a:latin typeface="Open Sans Light" pitchFamily="2" charset="0"/>
                <a:ea typeface="Open Sans Light" pitchFamily="2" charset="0"/>
                <a:cs typeface="Open Sans Light" pitchFamily="2" charset="0"/>
                <a:sym typeface="Poppins Light"/>
              </a:defRPr>
            </a:lvl4pPr>
            <a:lvl5pPr marL="0" marR="0" indent="0" algn="l" defTabSz="412750" rtl="0" latinLnBrk="0">
              <a:lnSpc>
                <a:spcPct val="100000"/>
              </a:lnSpc>
              <a:spcBef>
                <a:spcPts val="300"/>
              </a:spcBef>
              <a:spcAft>
                <a:spcPts val="0"/>
              </a:spcAft>
              <a:buClrTx/>
              <a:buSzPct val="125000"/>
              <a:buFontTx/>
              <a:buNone/>
              <a:tabLst/>
              <a:defRPr sz="900" b="0" i="0" u="none" strike="noStrike" cap="none" spc="0" baseline="0">
                <a:solidFill>
                  <a:schemeClr val="tx1"/>
                </a:solidFill>
                <a:uFillTx/>
                <a:latin typeface="Open Sans Light" pitchFamily="2" charset="0"/>
                <a:ea typeface="Open Sans Light" pitchFamily="2" charset="0"/>
                <a:cs typeface="Open Sans Light" pitchFamily="2" charset="0"/>
                <a:sym typeface="Poppins Light"/>
              </a:defRPr>
            </a:lvl5pPr>
            <a:lvl6pPr marL="17462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6pPr>
            <a:lvl7pPr marL="20637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7pPr>
            <a:lvl8pPr marL="23812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8pPr>
            <a:lvl9pPr marL="2698750" marR="0" indent="-158750" algn="l" defTabSz="412750" rtl="0" latinLnBrk="0">
              <a:lnSpc>
                <a:spcPct val="150000"/>
              </a:lnSpc>
              <a:spcBef>
                <a:spcPts val="0"/>
              </a:spcBef>
              <a:spcAft>
                <a:spcPts val="0"/>
              </a:spcAft>
              <a:buClrTx/>
              <a:buSzPct val="125000"/>
              <a:buFontTx/>
              <a:buChar char="•"/>
              <a:tabLst/>
              <a:defRPr sz="1200" b="0" i="0" u="none" strike="noStrike" cap="none" spc="0" baseline="0">
                <a:solidFill>
                  <a:srgbClr val="0D0D0D"/>
                </a:solidFill>
                <a:uFillTx/>
                <a:latin typeface="Poppins Light"/>
                <a:ea typeface="Poppins Light"/>
                <a:cs typeface="Poppins Light"/>
                <a:sym typeface="Poppins Light"/>
              </a:defRPr>
            </a:lvl9pPr>
          </a:lstStyle>
          <a:p>
            <a:pPr marL="0" indent="0">
              <a:buNone/>
            </a:pPr>
            <a:r>
              <a:rPr lang="fr-FR" sz="1600" dirty="0">
                <a:latin typeface="Open Sans" panose="020B0606030504020204" pitchFamily="34" charset="0"/>
                <a:ea typeface="Open Sans" panose="020B0606030504020204" pitchFamily="34" charset="0"/>
                <a:cs typeface="Open Sans" panose="020B0606030504020204" pitchFamily="34" charset="0"/>
              </a:rPr>
              <a:t>1. Analyse des données</a:t>
            </a:r>
          </a:p>
          <a:p>
            <a:pPr marL="0" indent="0">
              <a:buNone/>
            </a:pPr>
            <a:r>
              <a:rPr lang="fr-FR" sz="1600" b="0" dirty="0">
                <a:latin typeface="Open Sans" panose="020B0606030504020204" pitchFamily="34" charset="0"/>
                <a:ea typeface="Open Sans" panose="020B0606030504020204" pitchFamily="34" charset="0"/>
                <a:cs typeface="Open Sans" panose="020B0606030504020204" pitchFamily="34" charset="0"/>
              </a:rPr>
              <a:t>(CV, fiches de poste, documents)</a:t>
            </a:r>
          </a:p>
          <a:p>
            <a:pPr marL="0" indent="0">
              <a:buNone/>
            </a:pPr>
            <a:endParaRPr lang="fr-FR" sz="1600" dirty="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fr-FR" sz="1600" dirty="0">
                <a:latin typeface="Open Sans" panose="020B0606030504020204" pitchFamily="34" charset="0"/>
                <a:ea typeface="Open Sans" panose="020B0606030504020204" pitchFamily="34" charset="0"/>
                <a:cs typeface="Open Sans" panose="020B0606030504020204" pitchFamily="34" charset="0"/>
              </a:rPr>
              <a:t>2. Traitement par le LLM</a:t>
            </a:r>
          </a:p>
          <a:p>
            <a:pPr marL="0" indent="0">
              <a:buNone/>
            </a:pPr>
            <a:r>
              <a:rPr lang="fr-FR" sz="1600" b="0" dirty="0">
                <a:latin typeface="Open Sans" panose="020B0606030504020204" pitchFamily="34" charset="0"/>
                <a:ea typeface="Open Sans" panose="020B0606030504020204" pitchFamily="34" charset="0"/>
                <a:cs typeface="Open Sans" panose="020B0606030504020204" pitchFamily="34" charset="0"/>
              </a:rPr>
              <a:t>(Compréhension du texte, extraction des compétences)</a:t>
            </a:r>
          </a:p>
          <a:p>
            <a:pPr marL="0" indent="0">
              <a:buNone/>
            </a:pPr>
            <a:endParaRPr lang="fr-FR" sz="1600" dirty="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fr-FR" sz="1600" dirty="0">
                <a:latin typeface="Open Sans" panose="020B0606030504020204" pitchFamily="34" charset="0"/>
                <a:ea typeface="Open Sans" panose="020B0606030504020204" pitchFamily="34" charset="0"/>
                <a:cs typeface="Open Sans" panose="020B0606030504020204" pitchFamily="34" charset="0"/>
              </a:rPr>
              <a:t>3. </a:t>
            </a:r>
            <a:r>
              <a:rPr lang="fr-FR" sz="1600" dirty="0" err="1">
                <a:latin typeface="Open Sans" panose="020B0606030504020204" pitchFamily="34" charset="0"/>
                <a:ea typeface="Open Sans" panose="020B0606030504020204" pitchFamily="34" charset="0"/>
                <a:cs typeface="Open Sans" panose="020B0606030504020204" pitchFamily="34" charset="0"/>
              </a:rPr>
              <a:t>Embeddings</a:t>
            </a:r>
            <a:r>
              <a:rPr lang="fr-FR" sz="1600" dirty="0">
                <a:latin typeface="Open Sans" panose="020B0606030504020204" pitchFamily="34" charset="0"/>
                <a:ea typeface="Open Sans" panose="020B0606030504020204" pitchFamily="34" charset="0"/>
                <a:cs typeface="Open Sans" panose="020B0606030504020204" pitchFamily="34" charset="0"/>
              </a:rPr>
              <a:t> &amp; </a:t>
            </a:r>
            <a:r>
              <a:rPr lang="fr-FR" sz="1600" dirty="0" err="1">
                <a:latin typeface="Open Sans" panose="020B0606030504020204" pitchFamily="34" charset="0"/>
                <a:ea typeface="Open Sans" panose="020B0606030504020204" pitchFamily="34" charset="0"/>
                <a:cs typeface="Open Sans" panose="020B0606030504020204" pitchFamily="34" charset="0"/>
              </a:rPr>
              <a:t>matching</a:t>
            </a:r>
            <a:endParaRPr lang="fr-FR" sz="1600" dirty="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fr-FR" sz="1600" b="0" dirty="0">
                <a:latin typeface="Open Sans" panose="020B0606030504020204" pitchFamily="34" charset="0"/>
                <a:ea typeface="Open Sans" panose="020B0606030504020204" pitchFamily="34" charset="0"/>
                <a:cs typeface="Open Sans" panose="020B0606030504020204" pitchFamily="34" charset="0"/>
              </a:rPr>
              <a:t>(Transformation en vecteurs et comparaison sémantique)</a:t>
            </a:r>
          </a:p>
          <a:p>
            <a:pPr marL="0" indent="0">
              <a:buNone/>
            </a:pPr>
            <a:endParaRPr lang="fr-FR" sz="1600" dirty="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fr-FR" sz="1600" dirty="0">
                <a:latin typeface="Open Sans" panose="020B0606030504020204" pitchFamily="34" charset="0"/>
                <a:ea typeface="Open Sans" panose="020B0606030504020204" pitchFamily="34" charset="0"/>
                <a:cs typeface="Open Sans" panose="020B0606030504020204" pitchFamily="34" charset="0"/>
              </a:rPr>
              <a:t>4. Orchestration des services</a:t>
            </a:r>
          </a:p>
          <a:p>
            <a:pPr marL="0" indent="0">
              <a:buNone/>
            </a:pPr>
            <a:r>
              <a:rPr lang="fr-FR" sz="1600" b="0" dirty="0">
                <a:latin typeface="Open Sans" panose="020B0606030504020204" pitchFamily="34" charset="0"/>
                <a:ea typeface="Open Sans" panose="020B0606030504020204" pitchFamily="34" charset="0"/>
                <a:cs typeface="Open Sans" panose="020B0606030504020204" pitchFamily="34" charset="0"/>
              </a:rPr>
              <a:t>(Appel à des APIs : base CV, ATS, calendrier)</a:t>
            </a:r>
          </a:p>
          <a:p>
            <a:pPr marL="0" indent="0">
              <a:buNone/>
            </a:pPr>
            <a:endParaRPr lang="fr-FR" sz="1600" dirty="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fr-FR" sz="1600" dirty="0">
                <a:latin typeface="Open Sans" panose="020B0606030504020204" pitchFamily="34" charset="0"/>
                <a:ea typeface="Open Sans" panose="020B0606030504020204" pitchFamily="34" charset="0"/>
                <a:cs typeface="Open Sans" panose="020B0606030504020204" pitchFamily="34" charset="0"/>
              </a:rPr>
              <a:t>5. Résultat</a:t>
            </a:r>
          </a:p>
          <a:p>
            <a:pPr marL="0" indent="0">
              <a:buNone/>
            </a:pPr>
            <a:r>
              <a:rPr lang="fr-FR" sz="1600" b="0" dirty="0">
                <a:latin typeface="Open Sans" panose="020B0606030504020204" pitchFamily="34" charset="0"/>
                <a:ea typeface="Open Sans" panose="020B0606030504020204" pitchFamily="34" charset="0"/>
                <a:cs typeface="Open Sans" panose="020B0606030504020204" pitchFamily="34" charset="0"/>
              </a:rPr>
              <a:t>(Classement des candidats, recommandations)</a:t>
            </a:r>
          </a:p>
          <a:p>
            <a:endParaRPr lang="fr-FR" sz="1600" dirty="0"/>
          </a:p>
        </p:txBody>
      </p:sp>
    </p:spTree>
    <p:extLst>
      <p:ext uri="{BB962C8B-B14F-4D97-AF65-F5344CB8AC3E}">
        <p14:creationId xmlns:p14="http://schemas.microsoft.com/office/powerpoint/2010/main" val="1271125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87EA6C-EC63-3218-D6C9-3159039DBC46}"/>
              </a:ext>
            </a:extLst>
          </p:cNvPr>
          <p:cNvSpPr>
            <a:spLocks noGrp="1"/>
          </p:cNvSpPr>
          <p:nvPr>
            <p:ph type="title"/>
          </p:nvPr>
        </p:nvSpPr>
        <p:spPr/>
        <p:txBody>
          <a:bodyPr/>
          <a:lstStyle/>
          <a:p>
            <a:r>
              <a:rPr lang="fr-FR" dirty="0"/>
              <a:t>Architecture d’un agent IA recrutement</a:t>
            </a:r>
          </a:p>
        </p:txBody>
      </p:sp>
      <p:sp>
        <p:nvSpPr>
          <p:cNvPr id="3" name="Espace réservé du contenu 2">
            <a:extLst>
              <a:ext uri="{FF2B5EF4-FFF2-40B4-BE49-F238E27FC236}">
                <a16:creationId xmlns:a16="http://schemas.microsoft.com/office/drawing/2014/main" id="{0584DEBF-CF08-6C0C-6588-B31CF20BB58B}"/>
              </a:ext>
            </a:extLst>
          </p:cNvPr>
          <p:cNvSpPr>
            <a:spLocks noGrp="1"/>
          </p:cNvSpPr>
          <p:nvPr>
            <p:ph idx="1"/>
          </p:nvPr>
        </p:nvSpPr>
        <p:spPr/>
        <p:txBody>
          <a:bodyPr/>
          <a:lstStyle/>
          <a:p>
            <a:pPr marL="0" indent="0" algn="ctr">
              <a:buNone/>
            </a:pPr>
            <a:r>
              <a:rPr lang="fr-FR" dirty="0"/>
              <a:t>Utilisateur</a:t>
            </a:r>
            <a:br>
              <a:rPr lang="fr-FR" dirty="0"/>
            </a:br>
            <a:r>
              <a:rPr lang="fr-FR" dirty="0"/>
              <a:t>   ↓</a:t>
            </a:r>
            <a:br>
              <a:rPr lang="fr-FR" dirty="0"/>
            </a:br>
            <a:r>
              <a:rPr lang="fr-FR" dirty="0"/>
              <a:t>Agent IA</a:t>
            </a:r>
            <a:br>
              <a:rPr lang="fr-FR" dirty="0"/>
            </a:br>
            <a:r>
              <a:rPr lang="fr-FR" dirty="0"/>
              <a:t>   ↓</a:t>
            </a:r>
            <a:br>
              <a:rPr lang="fr-FR" dirty="0"/>
            </a:br>
            <a:r>
              <a:rPr lang="fr-FR" dirty="0"/>
              <a:t>LLM (analyse)</a:t>
            </a:r>
            <a:br>
              <a:rPr lang="fr-FR" dirty="0"/>
            </a:br>
            <a:r>
              <a:rPr lang="fr-FR" dirty="0"/>
              <a:t>   ↓</a:t>
            </a:r>
            <a:br>
              <a:rPr lang="fr-FR" dirty="0"/>
            </a:br>
            <a:r>
              <a:rPr lang="fr-FR" dirty="0" err="1"/>
              <a:t>Embeddings</a:t>
            </a:r>
            <a:r>
              <a:rPr lang="fr-FR" dirty="0"/>
              <a:t> (comparaison)</a:t>
            </a:r>
            <a:br>
              <a:rPr lang="fr-FR" dirty="0"/>
            </a:br>
            <a:r>
              <a:rPr lang="fr-FR" dirty="0"/>
              <a:t>   ↓</a:t>
            </a:r>
            <a:br>
              <a:rPr lang="fr-FR" dirty="0"/>
            </a:br>
            <a:r>
              <a:rPr lang="fr-FR" dirty="0"/>
              <a:t>APIs / Systèmes RH</a:t>
            </a:r>
            <a:br>
              <a:rPr lang="fr-FR" dirty="0"/>
            </a:br>
            <a:r>
              <a:rPr lang="fr-FR" dirty="0"/>
              <a:t>   ↓</a:t>
            </a:r>
            <a:br>
              <a:rPr lang="fr-FR" dirty="0"/>
            </a:br>
            <a:r>
              <a:rPr lang="fr-FR" dirty="0"/>
              <a:t>Résultat (shortlist)</a:t>
            </a:r>
          </a:p>
          <a:p>
            <a:pPr marL="0" indent="0" algn="ctr">
              <a:buNone/>
            </a:pPr>
            <a:endParaRPr lang="fr-FR" dirty="0"/>
          </a:p>
        </p:txBody>
      </p:sp>
      <p:sp>
        <p:nvSpPr>
          <p:cNvPr id="4" name="Espace réservé du pied de page 3">
            <a:extLst>
              <a:ext uri="{FF2B5EF4-FFF2-40B4-BE49-F238E27FC236}">
                <a16:creationId xmlns:a16="http://schemas.microsoft.com/office/drawing/2014/main" id="{29A133E2-9B7C-8ABF-4830-9532F4BE437D}"/>
              </a:ext>
            </a:extLst>
          </p:cNvPr>
          <p:cNvSpPr>
            <a:spLocks noGrp="1"/>
          </p:cNvSpPr>
          <p:nvPr>
            <p:ph type="ftr" sz="quarter" idx="11"/>
          </p:nvPr>
        </p:nvSpPr>
        <p:spPr/>
        <p:txBody>
          <a:bodyPr/>
          <a:lstStyle/>
          <a:p>
            <a:r>
              <a:rPr lang="fr-FR" dirty="0"/>
              <a:t> </a:t>
            </a:r>
          </a:p>
        </p:txBody>
      </p:sp>
    </p:spTree>
    <p:extLst>
      <p:ext uri="{BB962C8B-B14F-4D97-AF65-F5344CB8AC3E}">
        <p14:creationId xmlns:p14="http://schemas.microsoft.com/office/powerpoint/2010/main" val="2559740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6B32FA-5C92-611C-B198-3E7DEF3C5553}"/>
              </a:ext>
            </a:extLst>
          </p:cNvPr>
          <p:cNvSpPr>
            <a:spLocks noGrp="1"/>
          </p:cNvSpPr>
          <p:nvPr>
            <p:ph type="title"/>
          </p:nvPr>
        </p:nvSpPr>
        <p:spPr>
          <a:xfrm>
            <a:off x="2274425" y="202559"/>
            <a:ext cx="9079375" cy="1059607"/>
          </a:xfrm>
        </p:spPr>
        <p:txBody>
          <a:bodyPr/>
          <a:lstStyle/>
          <a:p>
            <a:r>
              <a:rPr lang="fr-FR" dirty="0"/>
              <a:t>Méthodologie d'Implémentation des Agents IA :</a:t>
            </a:r>
          </a:p>
        </p:txBody>
      </p:sp>
      <p:sp>
        <p:nvSpPr>
          <p:cNvPr id="41" name="Rounded Rectangle">
            <a:extLst>
              <a:ext uri="{FF2B5EF4-FFF2-40B4-BE49-F238E27FC236}">
                <a16:creationId xmlns:a16="http://schemas.microsoft.com/office/drawing/2014/main" id="{EF03810B-89A8-0B6C-A3EB-D15B24D5193D}"/>
              </a:ext>
            </a:extLst>
          </p:cNvPr>
          <p:cNvSpPr/>
          <p:nvPr/>
        </p:nvSpPr>
        <p:spPr>
          <a:xfrm>
            <a:off x="43952" y="2745625"/>
            <a:ext cx="12104096" cy="208875"/>
          </a:xfrm>
          <a:prstGeom prst="roundRect">
            <a:avLst>
              <a:gd name="adj" fmla="val 50000"/>
            </a:avLst>
          </a:prstGeom>
          <a:solidFill>
            <a:srgbClr val="48A1F5"/>
          </a:solidFill>
          <a:ln w="12700">
            <a:miter lim="400000"/>
          </a:ln>
        </p:spPr>
        <p:txBody>
          <a:bodyPr lIns="25400" tIns="25400" rIns="25400" bIns="25400" anchor="ctr"/>
          <a:lstStyle/>
          <a:p>
            <a:pPr algn="ctr">
              <a:lnSpc>
                <a:spcPct val="100000"/>
              </a:lnSpc>
              <a:defRPr sz="3200">
                <a:solidFill>
                  <a:srgbClr val="FFFFFF"/>
                </a:solidFill>
                <a:latin typeface="Poppins Regular"/>
                <a:ea typeface="Poppins Regular"/>
                <a:cs typeface="Poppins Regular"/>
                <a:sym typeface="Poppins Regular"/>
              </a:defRPr>
            </a:pPr>
            <a:endParaRPr sz="1600">
              <a:solidFill>
                <a:srgbClr val="FFFFFF"/>
              </a:solidFill>
              <a:latin typeface="Poppins Regular"/>
              <a:cs typeface="Poppins Regular"/>
              <a:sym typeface="Poppins Regular"/>
            </a:endParaRPr>
          </a:p>
        </p:txBody>
      </p:sp>
      <p:sp>
        <p:nvSpPr>
          <p:cNvPr id="47" name="2021">
            <a:extLst>
              <a:ext uri="{FF2B5EF4-FFF2-40B4-BE49-F238E27FC236}">
                <a16:creationId xmlns:a16="http://schemas.microsoft.com/office/drawing/2014/main" id="{77697315-A9F7-B439-7B9A-2D760CE7EE80}"/>
              </a:ext>
            </a:extLst>
          </p:cNvPr>
          <p:cNvSpPr txBox="1"/>
          <p:nvPr/>
        </p:nvSpPr>
        <p:spPr>
          <a:xfrm>
            <a:off x="83740" y="2104924"/>
            <a:ext cx="1668563" cy="271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3600">
                <a:latin typeface="+mn-lt"/>
                <a:ea typeface="+mn-ea"/>
                <a:cs typeface="+mn-cs"/>
                <a:sym typeface="Poppins SemiBold"/>
              </a:defRPr>
            </a:lvl1pPr>
          </a:lstStyle>
          <a:p>
            <a:pPr algn="ctr">
              <a:defRPr/>
            </a:pPr>
            <a:r>
              <a:rPr lang="fr-FR" sz="1200" b="1" dirty="0">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Définition du Besoin</a:t>
            </a:r>
          </a:p>
        </p:txBody>
      </p:sp>
      <p:sp>
        <p:nvSpPr>
          <p:cNvPr id="19" name="Circle">
            <a:extLst>
              <a:ext uri="{FF2B5EF4-FFF2-40B4-BE49-F238E27FC236}">
                <a16:creationId xmlns:a16="http://schemas.microsoft.com/office/drawing/2014/main" id="{DB70FB10-918F-8843-00A7-8EE1DB98ED99}"/>
              </a:ext>
            </a:extLst>
          </p:cNvPr>
          <p:cNvSpPr/>
          <p:nvPr/>
        </p:nvSpPr>
        <p:spPr>
          <a:xfrm>
            <a:off x="758487" y="2539624"/>
            <a:ext cx="667821" cy="643453"/>
          </a:xfrm>
          <a:prstGeom prst="ellipse">
            <a:avLst/>
          </a:prstGeom>
          <a:solidFill>
            <a:schemeClr val="bg1"/>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r>
              <a:rPr lang="fr-FR" sz="1600" b="1" dirty="0">
                <a:solidFill>
                  <a:sysClr val="windowText" lastClr="000000"/>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1</a:t>
            </a:r>
            <a:endParaRPr sz="1600" b="1" dirty="0">
              <a:solidFill>
                <a:sysClr val="windowText" lastClr="000000"/>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21" name="Circle">
            <a:extLst>
              <a:ext uri="{FF2B5EF4-FFF2-40B4-BE49-F238E27FC236}">
                <a16:creationId xmlns:a16="http://schemas.microsoft.com/office/drawing/2014/main" id="{CA44EC10-4382-636C-18B2-9AF819D41C16}"/>
              </a:ext>
            </a:extLst>
          </p:cNvPr>
          <p:cNvSpPr/>
          <p:nvPr/>
        </p:nvSpPr>
        <p:spPr>
          <a:xfrm>
            <a:off x="2937878" y="2539624"/>
            <a:ext cx="667821" cy="643453"/>
          </a:xfrm>
          <a:prstGeom prst="ellipse">
            <a:avLst/>
          </a:prstGeom>
          <a:solidFill>
            <a:schemeClr val="bg1"/>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r>
              <a:rPr lang="fr-FR" sz="1600" b="1" dirty="0">
                <a:solidFill>
                  <a:sysClr val="windowText" lastClr="000000"/>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2</a:t>
            </a:r>
            <a:endParaRPr sz="1600" b="1" dirty="0">
              <a:solidFill>
                <a:sysClr val="windowText" lastClr="000000"/>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23" name="Circle">
            <a:extLst>
              <a:ext uri="{FF2B5EF4-FFF2-40B4-BE49-F238E27FC236}">
                <a16:creationId xmlns:a16="http://schemas.microsoft.com/office/drawing/2014/main" id="{255A2FCB-72B9-AAF9-BD1C-E74A2E3B5E60}"/>
              </a:ext>
            </a:extLst>
          </p:cNvPr>
          <p:cNvSpPr/>
          <p:nvPr/>
        </p:nvSpPr>
        <p:spPr>
          <a:xfrm>
            <a:off x="5336588" y="2528335"/>
            <a:ext cx="667821" cy="643453"/>
          </a:xfrm>
          <a:prstGeom prst="ellipse">
            <a:avLst/>
          </a:prstGeom>
          <a:solidFill>
            <a:schemeClr val="bg1"/>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r>
              <a:rPr lang="fr-FR" sz="1600" b="1" dirty="0">
                <a:solidFill>
                  <a:sysClr val="windowText" lastClr="000000"/>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3</a:t>
            </a:r>
            <a:endParaRPr sz="1600" b="1" dirty="0">
              <a:solidFill>
                <a:sysClr val="windowText" lastClr="000000"/>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24" name="Circle">
            <a:extLst>
              <a:ext uri="{FF2B5EF4-FFF2-40B4-BE49-F238E27FC236}">
                <a16:creationId xmlns:a16="http://schemas.microsoft.com/office/drawing/2014/main" id="{8F0B1A48-F048-847F-6462-2A93580FB4B4}"/>
              </a:ext>
            </a:extLst>
          </p:cNvPr>
          <p:cNvSpPr/>
          <p:nvPr/>
        </p:nvSpPr>
        <p:spPr>
          <a:xfrm>
            <a:off x="7876816" y="2539624"/>
            <a:ext cx="667821" cy="643453"/>
          </a:xfrm>
          <a:prstGeom prst="ellipse">
            <a:avLst/>
          </a:prstGeom>
          <a:solidFill>
            <a:schemeClr val="bg1"/>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r>
              <a:rPr lang="fr-FR" sz="1600" b="1" dirty="0">
                <a:solidFill>
                  <a:sysClr val="windowText" lastClr="000000"/>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4</a:t>
            </a:r>
            <a:endParaRPr sz="1600" b="1" dirty="0">
              <a:solidFill>
                <a:sysClr val="windowText" lastClr="000000"/>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25" name="Circle">
            <a:extLst>
              <a:ext uri="{FF2B5EF4-FFF2-40B4-BE49-F238E27FC236}">
                <a16:creationId xmlns:a16="http://schemas.microsoft.com/office/drawing/2014/main" id="{F74A24E9-DEC0-BD9D-63BC-F38146159ADC}"/>
              </a:ext>
            </a:extLst>
          </p:cNvPr>
          <p:cNvSpPr/>
          <p:nvPr/>
        </p:nvSpPr>
        <p:spPr>
          <a:xfrm>
            <a:off x="10480840" y="2500421"/>
            <a:ext cx="667821" cy="643453"/>
          </a:xfrm>
          <a:prstGeom prst="ellipse">
            <a:avLst/>
          </a:prstGeom>
          <a:solidFill>
            <a:schemeClr val="bg1"/>
          </a:solidFill>
          <a:ln w="12700">
            <a:miter lim="400000"/>
          </a:ln>
        </p:spPr>
        <p:txBody>
          <a:bodyPr lIns="0" tIns="0" rIns="0" bIns="0" anchor="ctr"/>
          <a:lstStyle/>
          <a:p>
            <a:pPr algn="ctr">
              <a:lnSpc>
                <a:spcPct val="100000"/>
              </a:lnSpc>
              <a:defRPr sz="3200">
                <a:solidFill>
                  <a:srgbClr val="FFFFFF"/>
                </a:solidFill>
                <a:latin typeface="Poppins Bold"/>
                <a:ea typeface="Poppins Bold"/>
                <a:cs typeface="Poppins Bold"/>
                <a:sym typeface="Poppins Bold"/>
              </a:defRPr>
            </a:pPr>
            <a:r>
              <a:rPr lang="fr-FR" sz="1600" b="1" dirty="0">
                <a:solidFill>
                  <a:sysClr val="windowText" lastClr="000000"/>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rPr>
              <a:t>5</a:t>
            </a:r>
            <a:endParaRPr sz="1600" b="1" dirty="0">
              <a:solidFill>
                <a:sysClr val="windowText" lastClr="000000"/>
              </a:solidFill>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27" name="2021">
            <a:extLst>
              <a:ext uri="{FF2B5EF4-FFF2-40B4-BE49-F238E27FC236}">
                <a16:creationId xmlns:a16="http://schemas.microsoft.com/office/drawing/2014/main" id="{A9E4B77C-C387-3657-F230-E49013D245CB}"/>
              </a:ext>
            </a:extLst>
          </p:cNvPr>
          <p:cNvSpPr txBox="1"/>
          <p:nvPr/>
        </p:nvSpPr>
        <p:spPr>
          <a:xfrm>
            <a:off x="2061380" y="2104924"/>
            <a:ext cx="1710676" cy="271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3600">
                <a:latin typeface="+mn-lt"/>
                <a:ea typeface="+mn-ea"/>
                <a:cs typeface="+mn-cs"/>
                <a:sym typeface="Poppins SemiBold"/>
              </a:defRPr>
            </a:lvl1pPr>
          </a:lstStyle>
          <a:p>
            <a:pPr algn="ctr">
              <a:defRPr/>
            </a:pPr>
            <a:r>
              <a:rPr lang="fr-FR" sz="1200" b="1" dirty="0">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Étude des Solutions</a:t>
            </a:r>
          </a:p>
        </p:txBody>
      </p:sp>
      <p:sp>
        <p:nvSpPr>
          <p:cNvPr id="29" name="2021">
            <a:extLst>
              <a:ext uri="{FF2B5EF4-FFF2-40B4-BE49-F238E27FC236}">
                <a16:creationId xmlns:a16="http://schemas.microsoft.com/office/drawing/2014/main" id="{22388D52-4507-906C-696B-037DE5976BA5}"/>
              </a:ext>
            </a:extLst>
          </p:cNvPr>
          <p:cNvSpPr txBox="1"/>
          <p:nvPr/>
        </p:nvSpPr>
        <p:spPr>
          <a:xfrm>
            <a:off x="4285827" y="2130308"/>
            <a:ext cx="2307220" cy="271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3600">
                <a:latin typeface="+mn-lt"/>
                <a:ea typeface="+mn-ea"/>
                <a:cs typeface="+mn-cs"/>
                <a:sym typeface="Poppins SemiBold"/>
              </a:defRPr>
            </a:lvl1pPr>
          </a:lstStyle>
          <a:p>
            <a:pPr algn="ctr">
              <a:defRPr/>
            </a:pPr>
            <a:r>
              <a:rPr lang="fr-FR" sz="1200" b="1" dirty="0">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Phase de l’implémentation</a:t>
            </a:r>
          </a:p>
        </p:txBody>
      </p:sp>
      <p:sp>
        <p:nvSpPr>
          <p:cNvPr id="30" name="2021">
            <a:extLst>
              <a:ext uri="{FF2B5EF4-FFF2-40B4-BE49-F238E27FC236}">
                <a16:creationId xmlns:a16="http://schemas.microsoft.com/office/drawing/2014/main" id="{62C7A747-9375-6E9F-B3FA-738C0B919DC0}"/>
              </a:ext>
            </a:extLst>
          </p:cNvPr>
          <p:cNvSpPr txBox="1"/>
          <p:nvPr/>
        </p:nvSpPr>
        <p:spPr>
          <a:xfrm>
            <a:off x="7441920" y="2122493"/>
            <a:ext cx="1537612" cy="271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3600">
                <a:latin typeface="+mn-lt"/>
                <a:ea typeface="+mn-ea"/>
                <a:cs typeface="+mn-cs"/>
                <a:sym typeface="Poppins SemiBold"/>
              </a:defRPr>
            </a:lvl1pPr>
          </a:lstStyle>
          <a:p>
            <a:pPr algn="ctr">
              <a:defRPr/>
            </a:pPr>
            <a:r>
              <a:rPr lang="fr-FR" sz="1200" b="1" dirty="0">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Tester et itérer</a:t>
            </a:r>
          </a:p>
        </p:txBody>
      </p:sp>
      <p:sp>
        <p:nvSpPr>
          <p:cNvPr id="31" name="2021">
            <a:extLst>
              <a:ext uri="{FF2B5EF4-FFF2-40B4-BE49-F238E27FC236}">
                <a16:creationId xmlns:a16="http://schemas.microsoft.com/office/drawing/2014/main" id="{4AC2DB1B-FAB2-F51A-194F-536850AA9158}"/>
              </a:ext>
            </a:extLst>
          </p:cNvPr>
          <p:cNvSpPr txBox="1"/>
          <p:nvPr/>
        </p:nvSpPr>
        <p:spPr>
          <a:xfrm>
            <a:off x="9813850" y="1933667"/>
            <a:ext cx="2206430" cy="5111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b">
            <a:spAutoFit/>
          </a:bodyPr>
          <a:lstStyle>
            <a:lvl1pPr>
              <a:lnSpc>
                <a:spcPct val="130000"/>
              </a:lnSpc>
              <a:defRPr sz="3600">
                <a:latin typeface="+mn-lt"/>
                <a:ea typeface="+mn-ea"/>
                <a:cs typeface="+mn-cs"/>
                <a:sym typeface="Poppins SemiBold"/>
              </a:defRPr>
            </a:lvl1pPr>
          </a:lstStyle>
          <a:p>
            <a:pPr algn="ctr">
              <a:defRPr/>
            </a:pPr>
            <a:r>
              <a:rPr lang="fr-FR" sz="1200" b="1" dirty="0">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Déploiement et mise en production </a:t>
            </a:r>
          </a:p>
        </p:txBody>
      </p:sp>
      <p:sp>
        <p:nvSpPr>
          <p:cNvPr id="3" name="Rectangle 2">
            <a:extLst>
              <a:ext uri="{FF2B5EF4-FFF2-40B4-BE49-F238E27FC236}">
                <a16:creationId xmlns:a16="http://schemas.microsoft.com/office/drawing/2014/main" id="{A04F34AF-C92A-5C2E-1C36-AA5D11D26012}"/>
              </a:ext>
            </a:extLst>
          </p:cNvPr>
          <p:cNvSpPr/>
          <p:nvPr/>
        </p:nvSpPr>
        <p:spPr>
          <a:xfrm>
            <a:off x="169877" y="3333278"/>
            <a:ext cx="1891502" cy="2794376"/>
          </a:xfrm>
          <a:prstGeom prst="rect">
            <a:avLst/>
          </a:prstGeom>
          <a:ln/>
        </p:spPr>
        <p:style>
          <a:lnRef idx="2">
            <a:schemeClr val="accent3"/>
          </a:lnRef>
          <a:fillRef idx="1">
            <a:schemeClr val="lt1"/>
          </a:fillRef>
          <a:effectRef idx="0">
            <a:schemeClr val="accent3"/>
          </a:effectRef>
          <a:fontRef idx="minor">
            <a:schemeClr val="dk1"/>
          </a:fontRef>
        </p:style>
        <p:txBody>
          <a:bodyPr lIns="0" tIns="0" rIns="0" bIns="0" rtlCol="0" anchor="ctr"/>
          <a:lstStyle/>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Quel problème résoud l'agent ?</a:t>
            </a:r>
          </a:p>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Qui sont les utilisateurs finaux ?</a:t>
            </a:r>
          </a:p>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lang="fr-FR" sz="1100" dirty="0">
                <a:solidFill>
                  <a:schemeClr val="tx1"/>
                </a:solidFill>
                <a:latin typeface="News Gothic MT" panose="020B0604020202020204" pitchFamily="34" charset="0"/>
                <a:ea typeface="Open Sans Extrabold" panose="020B0606030504020204" pitchFamily="34" charset="0"/>
                <a:cs typeface="Open Sans Extrabold" panose="020B0606030504020204" pitchFamily="34" charset="0"/>
              </a:rPr>
              <a:t>Q</a:t>
            </a:r>
            <a:r>
              <a:rPr kumimoji="0" lang="fr-FR" sz="1100" b="0" i="0" u="none" strike="noStrike" kern="0" cap="none" spc="0" normalizeH="0" baseline="0" noProof="0" dirty="0" err="1">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uelles</a:t>
            </a:r>
            <a:r>
              <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 sont les tâches qu'il accomplira ?</a:t>
            </a:r>
          </a:p>
          <a:p>
            <a:pPr marR="0" lvl="0" algn="l" defTabSz="412750" rtl="0" eaLnBrk="1" fontAlgn="auto" latinLnBrk="0" hangingPunct="0">
              <a:lnSpc>
                <a:spcPct val="150000"/>
              </a:lnSpc>
              <a:spcBef>
                <a:spcPts val="0"/>
              </a:spcBef>
              <a:spcAft>
                <a:spcPts val="0"/>
              </a:spcAft>
              <a:buClrTx/>
              <a:buSzTx/>
              <a:tabLst/>
              <a:defRPr/>
            </a:pPr>
            <a:endParaRPr kumimoji="0" lang="fr-FR" sz="1000" b="1" i="0" u="none" strike="noStrike" kern="0" cap="none" spc="0" normalizeH="0" baseline="0" noProof="0" dirty="0">
              <a:ln>
                <a:noFill/>
              </a:ln>
              <a:solidFill>
                <a:schemeClr val="tx1"/>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Light"/>
            </a:endParaRPr>
          </a:p>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000" b="1" i="0" u="none" strike="noStrike" kern="0" cap="none" spc="0" normalizeH="0" baseline="0" noProof="0" dirty="0">
                <a:ln>
                  <a:noFill/>
                </a:ln>
                <a:solidFill>
                  <a:schemeClr val="tx1"/>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Light"/>
              </a:rPr>
              <a:t>Livrable : Cahier des charges fonctionnel</a:t>
            </a:r>
          </a:p>
        </p:txBody>
      </p:sp>
      <p:sp>
        <p:nvSpPr>
          <p:cNvPr id="38" name="Rectangle 37">
            <a:extLst>
              <a:ext uri="{FF2B5EF4-FFF2-40B4-BE49-F238E27FC236}">
                <a16:creationId xmlns:a16="http://schemas.microsoft.com/office/drawing/2014/main" id="{FC6CE339-2AFE-6CA1-4643-A19272F30EF5}"/>
              </a:ext>
            </a:extLst>
          </p:cNvPr>
          <p:cNvSpPr/>
          <p:nvPr/>
        </p:nvSpPr>
        <p:spPr>
          <a:xfrm>
            <a:off x="2394325" y="3361315"/>
            <a:ext cx="1891502" cy="2775127"/>
          </a:xfrm>
          <a:prstGeom prst="rect">
            <a:avLst/>
          </a:prstGeom>
          <a:ln/>
        </p:spPr>
        <p:style>
          <a:lnRef idx="2">
            <a:schemeClr val="accent3"/>
          </a:lnRef>
          <a:fillRef idx="1">
            <a:schemeClr val="lt1"/>
          </a:fillRef>
          <a:effectRef idx="0">
            <a:schemeClr val="accent3"/>
          </a:effectRef>
          <a:fontRef idx="minor">
            <a:schemeClr val="dk1"/>
          </a:fontRef>
        </p:style>
        <p:txBody>
          <a:bodyPr lIns="0" tIns="0" rIns="0" bIns="0" rtlCol="0" anchor="ctr"/>
          <a:lstStyle/>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Choisir une plateforme pour créer l’agent IA.</a:t>
            </a:r>
            <a:endParaRPr lang="fr-FR" sz="1100" dirty="0">
              <a:solidFill>
                <a:schemeClr val="tx1"/>
              </a:solidFill>
              <a:latin typeface="News Gothic MT" panose="020B0604020202020204" pitchFamily="34" charset="0"/>
              <a:ea typeface="Open Sans Extrabold" panose="020B0606030504020204" pitchFamily="34" charset="0"/>
              <a:cs typeface="Open Sans Extrabold" panose="020B0606030504020204" pitchFamily="34" charset="0"/>
            </a:endParaRPr>
          </a:p>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 Sélection du/des Modèle(s) LLM</a:t>
            </a:r>
          </a:p>
          <a:p>
            <a:pPr marL="171450" lvl="0" indent="-171450">
              <a:buFont typeface="Arial" panose="020B0604020202020204" pitchFamily="34" charset="0"/>
              <a:buChar char="•"/>
              <a:defRPr/>
            </a:pPr>
            <a:r>
              <a:rPr lang="fr-FR" sz="1100" dirty="0"/>
              <a:t>Sélection des entités externes.</a:t>
            </a:r>
          </a:p>
          <a:p>
            <a:pPr lvl="0">
              <a:defRPr/>
            </a:pPr>
            <a:endPar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endParaRPr>
          </a:p>
          <a:p>
            <a:pPr marL="171450" lvl="0" indent="-171450">
              <a:buFont typeface="Arial" panose="020B0604020202020204" pitchFamily="34" charset="0"/>
              <a:buChar char="•"/>
              <a:defRPr/>
            </a:pPr>
            <a:r>
              <a:rPr kumimoji="0" lang="fr-FR" sz="1100" b="1"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Livrable : Benchmark</a:t>
            </a:r>
            <a:r>
              <a:rPr lang="fr-FR" sz="1100" b="1" dirty="0">
                <a:solidFill>
                  <a:schemeClr val="tx1"/>
                </a:solidFill>
                <a:latin typeface="News Gothic MT" panose="020B0604020202020204" pitchFamily="34" charset="0"/>
                <a:ea typeface="Open Sans Extrabold" panose="020B0606030504020204" pitchFamily="34" charset="0"/>
                <a:cs typeface="Open Sans Extrabold" panose="020B0606030504020204" pitchFamily="34" charset="0"/>
              </a:rPr>
              <a:t> &amp; Architecture technique </a:t>
            </a:r>
            <a:endParaRPr kumimoji="0" lang="fr-FR" sz="1100" b="1"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endParaRPr>
          </a:p>
        </p:txBody>
      </p:sp>
      <p:sp>
        <p:nvSpPr>
          <p:cNvPr id="57" name="Rectangle 56">
            <a:extLst>
              <a:ext uri="{FF2B5EF4-FFF2-40B4-BE49-F238E27FC236}">
                <a16:creationId xmlns:a16="http://schemas.microsoft.com/office/drawing/2014/main" id="{AB7A0F54-5D4E-5306-DBA9-0AD6F47A26C8}"/>
              </a:ext>
            </a:extLst>
          </p:cNvPr>
          <p:cNvSpPr/>
          <p:nvPr/>
        </p:nvSpPr>
        <p:spPr>
          <a:xfrm>
            <a:off x="4618774" y="3333278"/>
            <a:ext cx="2103450" cy="2759178"/>
          </a:xfrm>
          <a:prstGeom prst="rect">
            <a:avLst/>
          </a:prstGeom>
          <a:ln/>
        </p:spPr>
        <p:style>
          <a:lnRef idx="2">
            <a:schemeClr val="accent3"/>
          </a:lnRef>
          <a:fillRef idx="1">
            <a:schemeClr val="lt1"/>
          </a:fillRef>
          <a:effectRef idx="0">
            <a:schemeClr val="accent3"/>
          </a:effectRef>
          <a:fontRef idx="minor">
            <a:schemeClr val="dk1"/>
          </a:fontRef>
        </p:style>
        <p:txBody>
          <a:bodyPr lIns="0" tIns="0" rIns="0" bIns="0" rtlCol="0" anchor="ctr"/>
          <a:lstStyle/>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Mettre en place le pipeline (LLM, </a:t>
            </a:r>
            <a:r>
              <a:rPr kumimoji="0" lang="fr-FR" sz="1100" b="0" i="0" u="none" strike="noStrike" kern="0" cap="none" spc="0" normalizeH="0" baseline="0" noProof="0" dirty="0" err="1">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etc</a:t>
            </a:r>
            <a:r>
              <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a:t>
            </a:r>
          </a:p>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100" b="0" i="0" u="none" strike="noStrike" kern="0" cap="none" spc="0" normalizeH="0" baseline="0" noProof="0" dirty="0">
                <a:ln>
                  <a:noFill/>
                </a:ln>
                <a:solidFill>
                  <a:schemeClr val="tx1"/>
                </a:solidFill>
                <a:effectLst/>
                <a:uLnTx/>
                <a:uFillTx/>
                <a:latin typeface="News Gothic MT"/>
                <a:ea typeface="Open Sans Extrabold"/>
                <a:cs typeface="Open Sans Extrabold"/>
                <a:sym typeface="Poppins Light"/>
              </a:rPr>
              <a:t>Créer des instructions </a:t>
            </a:r>
            <a:r>
              <a:rPr lang="fr-FR" sz="1100" dirty="0">
                <a:solidFill>
                  <a:schemeClr val="tx1"/>
                </a:solidFill>
                <a:latin typeface="News Gothic MT"/>
                <a:ea typeface="Open Sans Extrabold"/>
                <a:cs typeface="Open Sans Extrabold"/>
              </a:rPr>
              <a:t>claires</a:t>
            </a:r>
            <a:r>
              <a:rPr kumimoji="0" lang="fr-FR" sz="1100" b="0" i="0" u="none" strike="noStrike" kern="0" cap="none" spc="0" normalizeH="0" baseline="0" noProof="0" dirty="0">
                <a:ln>
                  <a:noFill/>
                </a:ln>
                <a:solidFill>
                  <a:schemeClr val="tx1"/>
                </a:solidFill>
                <a:effectLst/>
                <a:uLnTx/>
                <a:uFillTx/>
                <a:latin typeface="News Gothic MT"/>
                <a:ea typeface="Open Sans Extrabold"/>
                <a:cs typeface="Open Sans Extrabold"/>
                <a:sym typeface="Poppins Light"/>
              </a:rPr>
              <a:t> pour guider l’assistant virtuel.</a:t>
            </a:r>
            <a:endParaRPr lang="fr-FR" sz="1100" b="0" i="0" u="none" strike="noStrike" kern="0" cap="none" spc="0" normalizeH="0" baseline="0" noProof="0" dirty="0">
              <a:ln>
                <a:noFill/>
              </a:ln>
              <a:solidFill>
                <a:schemeClr val="tx1"/>
              </a:solidFill>
              <a:effectLst/>
              <a:uLnTx/>
              <a:uFillTx/>
              <a:latin typeface="News Gothic MT"/>
              <a:ea typeface="Open Sans Extrabold"/>
              <a:cs typeface="Open Sans Extrabold"/>
            </a:endParaRPr>
          </a:p>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Intégrer les outils externes.</a:t>
            </a:r>
          </a:p>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entraîner l’agent IA (RAG, prompt engineering ).</a:t>
            </a:r>
          </a:p>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100" b="1"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Livrable : MVP (1</a:t>
            </a:r>
            <a:r>
              <a:rPr kumimoji="0" lang="fr-FR" sz="1100" b="1" i="0" u="none" strike="noStrike" kern="0" cap="none" spc="0" normalizeH="0" baseline="3000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ère</a:t>
            </a:r>
            <a:r>
              <a:rPr kumimoji="0" lang="fr-FR" sz="1100" b="1"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 version)</a:t>
            </a:r>
          </a:p>
          <a:p>
            <a:pPr marR="0" lvl="0" algn="l" defTabSz="412750" rtl="0" eaLnBrk="1" fontAlgn="auto" latinLnBrk="0" hangingPunct="0">
              <a:lnSpc>
                <a:spcPct val="150000"/>
              </a:lnSpc>
              <a:spcBef>
                <a:spcPts val="0"/>
              </a:spcBef>
              <a:spcAft>
                <a:spcPts val="0"/>
              </a:spcAft>
              <a:buClrTx/>
              <a:buSzTx/>
              <a:tabLst/>
              <a:defRPr/>
            </a:pPr>
            <a:endPar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endParaRPr>
          </a:p>
        </p:txBody>
      </p:sp>
      <p:sp>
        <p:nvSpPr>
          <p:cNvPr id="58" name="Rectangle 57">
            <a:extLst>
              <a:ext uri="{FF2B5EF4-FFF2-40B4-BE49-F238E27FC236}">
                <a16:creationId xmlns:a16="http://schemas.microsoft.com/office/drawing/2014/main" id="{CD639C1D-BE90-1A66-66DE-391176C8D63F}"/>
              </a:ext>
            </a:extLst>
          </p:cNvPr>
          <p:cNvSpPr/>
          <p:nvPr/>
        </p:nvSpPr>
        <p:spPr>
          <a:xfrm>
            <a:off x="7176976" y="3352527"/>
            <a:ext cx="2182123" cy="2739929"/>
          </a:xfrm>
          <a:prstGeom prst="rect">
            <a:avLst/>
          </a:prstGeom>
          <a:ln/>
        </p:spPr>
        <p:style>
          <a:lnRef idx="2">
            <a:schemeClr val="accent3"/>
          </a:lnRef>
          <a:fillRef idx="1">
            <a:schemeClr val="lt1"/>
          </a:fillRef>
          <a:effectRef idx="0">
            <a:schemeClr val="accent3"/>
          </a:effectRef>
          <a:fontRef idx="minor">
            <a:schemeClr val="dk1"/>
          </a:fontRef>
        </p:style>
        <p:txBody>
          <a:bodyPr lIns="0" tIns="0" rIns="0" bIns="0" rtlCol="0" anchor="ctr"/>
          <a:lstStyle/>
          <a:p>
            <a:pPr marL="171450" indent="-171450">
              <a:buFont typeface="Arial" panose="020B0604020202020204" pitchFamily="34" charset="0"/>
              <a:buChar char="•"/>
              <a:defRPr/>
            </a:pPr>
            <a:r>
              <a:rPr lang="fr-FR" sz="1100" dirty="0">
                <a:solidFill>
                  <a:schemeClr val="tx1"/>
                </a:solidFill>
                <a:latin typeface="News Gothic MT" panose="020B0604020202020204" pitchFamily="34" charset="0"/>
                <a:ea typeface="Open Sans Extrabold" panose="020B0606030504020204" pitchFamily="34" charset="0"/>
                <a:cs typeface="Open Sans Extrabold" panose="020B0606030504020204" pitchFamily="34" charset="0"/>
              </a:rPr>
              <a:t>Réalisation des tests :  l’assistant commence à apprendre à partir des exemples.</a:t>
            </a:r>
          </a:p>
          <a:p>
            <a:pPr marL="171450" indent="-171450">
              <a:buFont typeface="Arial" panose="020B0604020202020204" pitchFamily="34" charset="0"/>
              <a:buChar char="•"/>
              <a:defRPr/>
            </a:pPr>
            <a:r>
              <a:rPr lang="fr-FR" sz="1100" dirty="0">
                <a:solidFill>
                  <a:schemeClr val="tx1"/>
                </a:solidFill>
                <a:latin typeface="News Gothic MT" panose="020B0604020202020204" pitchFamily="34" charset="0"/>
                <a:ea typeface="Open Sans Extrabold" panose="020B0606030504020204" pitchFamily="34" charset="0"/>
                <a:cs typeface="Open Sans Extrabold" panose="020B0606030504020204" pitchFamily="34" charset="0"/>
              </a:rPr>
              <a:t>Tester différents scénarios : affiner ses réponses.</a:t>
            </a:r>
          </a:p>
          <a:p>
            <a:pPr marL="171450" indent="-171450">
              <a:buFont typeface="Arial" panose="020B0604020202020204" pitchFamily="34" charset="0"/>
              <a:buChar char="•"/>
              <a:defRPr/>
            </a:pPr>
            <a:r>
              <a:rPr lang="fr-FR" sz="1100" dirty="0">
                <a:solidFill>
                  <a:schemeClr val="tx1"/>
                </a:solidFill>
                <a:latin typeface="News Gothic MT" panose="020B0604020202020204" pitchFamily="34" charset="0"/>
                <a:ea typeface="Open Sans Extrabold" panose="020B0606030504020204" pitchFamily="34" charset="0"/>
                <a:cs typeface="Open Sans Extrabold" panose="020B0606030504020204" pitchFamily="34" charset="0"/>
              </a:rPr>
              <a:t>P</a:t>
            </a:r>
            <a:r>
              <a:rPr kumimoji="0" lang="fr-FR" sz="1100" b="0" i="0" u="none" strike="noStrike" kern="0" cap="none" spc="0" normalizeH="0" baseline="0" noProof="0" dirty="0" err="1">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rocessus</a:t>
            </a:r>
            <a:r>
              <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 d'amélioration ne s'arrête pas (entrainer).</a:t>
            </a:r>
          </a:p>
          <a:p>
            <a:pPr marL="171450" marR="0" lvl="0" indent="-171450" algn="l"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100" b="1"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Livrable : </a:t>
            </a:r>
            <a:r>
              <a:rPr lang="fr-FR" sz="1100" b="1" dirty="0">
                <a:solidFill>
                  <a:schemeClr val="tx1"/>
                </a:solidFill>
                <a:latin typeface="News Gothic MT" panose="020B0604020202020204" pitchFamily="34" charset="0"/>
                <a:ea typeface="Open Sans Extrabold" panose="020B0606030504020204" pitchFamily="34" charset="0"/>
                <a:cs typeface="Open Sans Extrabold" panose="020B0606030504020204" pitchFamily="34" charset="0"/>
              </a:rPr>
              <a:t>U</a:t>
            </a:r>
            <a:r>
              <a:rPr kumimoji="0" lang="fr-FR" sz="1100" b="1"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ne version d'essai avec des collègues</a:t>
            </a:r>
            <a:endPar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endParaRPr>
          </a:p>
        </p:txBody>
      </p:sp>
      <p:sp>
        <p:nvSpPr>
          <p:cNvPr id="59" name="Rectangle 58">
            <a:extLst>
              <a:ext uri="{FF2B5EF4-FFF2-40B4-BE49-F238E27FC236}">
                <a16:creationId xmlns:a16="http://schemas.microsoft.com/office/drawing/2014/main" id="{B03EFA85-B17E-BBA8-2B03-C8301509BFD3}"/>
              </a:ext>
            </a:extLst>
          </p:cNvPr>
          <p:cNvSpPr/>
          <p:nvPr/>
        </p:nvSpPr>
        <p:spPr>
          <a:xfrm>
            <a:off x="9813850" y="3317329"/>
            <a:ext cx="2003143" cy="2775127"/>
          </a:xfrm>
          <a:prstGeom prst="rect">
            <a:avLst/>
          </a:prstGeom>
          <a:ln/>
        </p:spPr>
        <p:style>
          <a:lnRef idx="2">
            <a:schemeClr val="accent3"/>
          </a:lnRef>
          <a:fillRef idx="1">
            <a:schemeClr val="lt1"/>
          </a:fillRef>
          <a:effectRef idx="0">
            <a:schemeClr val="accent3"/>
          </a:effectRef>
          <a:fontRef idx="minor">
            <a:schemeClr val="dk1"/>
          </a:fontRef>
        </p:style>
        <p:txBody>
          <a:bodyPr lIns="0" tIns="0" rIns="0" bIns="0" rtlCol="0" anchor="ctr"/>
          <a:lstStyle/>
          <a:p>
            <a:pPr marL="171450" indent="-171450">
              <a:buFont typeface="Arial" panose="020B0604020202020204" pitchFamily="34" charset="0"/>
              <a:buChar char="•"/>
              <a:defRPr/>
            </a:pPr>
            <a:r>
              <a:rPr lang="fr-FR" sz="1100" dirty="0">
                <a:solidFill>
                  <a:schemeClr val="tx1"/>
                </a:solidFill>
                <a:latin typeface="News Gothic MT" panose="020B0604020202020204" pitchFamily="34" charset="0"/>
                <a:ea typeface="Open Sans Extrabold" panose="020B0606030504020204" pitchFamily="34" charset="0"/>
                <a:cs typeface="Open Sans Extrabold" panose="020B0606030504020204" pitchFamily="34" charset="0"/>
              </a:rPr>
              <a:t>Par exemple : </a:t>
            </a:r>
            <a:r>
              <a:rPr lang="fr-FR" dirty="0"/>
              <a:t>Partager l’agent via une URL dédiée, Intégrer l’agent à une plateforme,…</a:t>
            </a:r>
            <a:endParaRPr lang="fr-FR" sz="1100" dirty="0">
              <a:solidFill>
                <a:schemeClr val="tx1"/>
              </a:solidFill>
              <a:latin typeface="News Gothic MT" panose="020B0604020202020204" pitchFamily="34" charset="0"/>
              <a:ea typeface="Open Sans Extrabold" panose="020B0606030504020204" pitchFamily="34" charset="0"/>
              <a:cs typeface="Open Sans Extrabold" panose="020B0606030504020204" pitchFamily="34" charset="0"/>
            </a:endParaRPr>
          </a:p>
          <a:p>
            <a:pPr marR="0" lvl="0" defTabSz="412750" rtl="0" eaLnBrk="1" fontAlgn="auto" latinLnBrk="0" hangingPunct="0">
              <a:lnSpc>
                <a:spcPct val="150000"/>
              </a:lnSpc>
              <a:spcBef>
                <a:spcPts val="0"/>
              </a:spcBef>
              <a:spcAft>
                <a:spcPts val="0"/>
              </a:spcAft>
              <a:buClrTx/>
              <a:buSzTx/>
              <a:tabLst/>
              <a:defRPr/>
            </a:pPr>
            <a:endParaRPr kumimoji="0" lang="fr-FR" sz="1100" b="1"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endParaRPr>
          </a:p>
          <a:p>
            <a:pPr marL="171450" marR="0" lvl="0" indent="-171450" defTabSz="412750" rtl="0" eaLnBrk="1" fontAlgn="auto" latinLnBrk="0" hangingPunct="0">
              <a:lnSpc>
                <a:spcPct val="150000"/>
              </a:lnSpc>
              <a:spcBef>
                <a:spcPts val="0"/>
              </a:spcBef>
              <a:spcAft>
                <a:spcPts val="0"/>
              </a:spcAft>
              <a:buClrTx/>
              <a:buSzTx/>
              <a:buFont typeface="Arial" panose="020B0604020202020204" pitchFamily="34" charset="0"/>
              <a:buChar char="•"/>
              <a:tabLst/>
              <a:defRPr/>
            </a:pPr>
            <a:r>
              <a:rPr kumimoji="0" lang="fr-FR" sz="1100" b="1"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rPr>
              <a:t>Livrable : Agent déployé et opérationnel</a:t>
            </a:r>
            <a:endParaRPr kumimoji="0" lang="fr-FR" sz="1100" b="0" i="0" u="none" strike="noStrike" kern="0" cap="none" spc="0" normalizeH="0" baseline="0" noProof="0" dirty="0">
              <a:ln>
                <a:noFill/>
              </a:ln>
              <a:solidFill>
                <a:schemeClr val="tx1"/>
              </a:solidFill>
              <a:effectLst/>
              <a:uLnTx/>
              <a:uFillTx/>
              <a:latin typeface="News Gothic MT" panose="020B0604020202020204" pitchFamily="34" charset="0"/>
              <a:ea typeface="Open Sans Extrabold" panose="020B0606030504020204" pitchFamily="34" charset="0"/>
              <a:cs typeface="Open Sans Extrabold" panose="020B0606030504020204" pitchFamily="34" charset="0"/>
              <a:sym typeface="Poppins Light"/>
            </a:endParaRPr>
          </a:p>
        </p:txBody>
      </p:sp>
      <p:sp>
        <p:nvSpPr>
          <p:cNvPr id="8" name="Flèche : courbe vers la droite 7">
            <a:extLst>
              <a:ext uri="{FF2B5EF4-FFF2-40B4-BE49-F238E27FC236}">
                <a16:creationId xmlns:a16="http://schemas.microsoft.com/office/drawing/2014/main" id="{E9CAC757-69C7-D693-B356-3AB65C6390F4}"/>
              </a:ext>
            </a:extLst>
          </p:cNvPr>
          <p:cNvSpPr/>
          <p:nvPr/>
        </p:nvSpPr>
        <p:spPr>
          <a:xfrm rot="5400000">
            <a:off x="6763538" y="936550"/>
            <a:ext cx="511165" cy="1868065"/>
          </a:xfrm>
          <a:prstGeom prst="curvedRightArrow">
            <a:avLst>
              <a:gd name="adj1" fmla="val 25000"/>
              <a:gd name="adj2" fmla="val 42851"/>
              <a:gd name="adj3" fmla="val 25000"/>
            </a:avLst>
          </a:prstGeom>
          <a:solidFill>
            <a:srgbClr val="EFF2FF"/>
          </a:solidFill>
          <a:ln w="12700">
            <a:miter lim="400000"/>
          </a:ln>
        </p:spPr>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endParaRPr kumimoji="0" lang="fr-FR" sz="3200" b="1" u="none" strike="noStrike" kern="0" cap="none" spc="0" normalizeH="0" baseline="0" noProof="0" dirty="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
        <p:nvSpPr>
          <p:cNvPr id="9" name="Flèche : courbe vers la droite 8">
            <a:extLst>
              <a:ext uri="{FF2B5EF4-FFF2-40B4-BE49-F238E27FC236}">
                <a16:creationId xmlns:a16="http://schemas.microsoft.com/office/drawing/2014/main" id="{866A9EA8-815C-7E25-4321-BAEB1B3A8C14}"/>
              </a:ext>
            </a:extLst>
          </p:cNvPr>
          <p:cNvSpPr/>
          <p:nvPr/>
        </p:nvSpPr>
        <p:spPr>
          <a:xfrm rot="16200000">
            <a:off x="6793806" y="5537201"/>
            <a:ext cx="511165" cy="1868065"/>
          </a:xfrm>
          <a:prstGeom prst="curvedRightArrow">
            <a:avLst>
              <a:gd name="adj1" fmla="val 25000"/>
              <a:gd name="adj2" fmla="val 42851"/>
              <a:gd name="adj3" fmla="val 25000"/>
            </a:avLst>
          </a:prstGeom>
          <a:solidFill>
            <a:srgbClr val="EFF2FF"/>
          </a:solidFill>
          <a:ln w="12700">
            <a:miter lim="400000"/>
          </a:ln>
        </p:spPr>
        <p:txBody>
          <a:bodyPr lIns="0" tIns="0" rIns="0" bIns="0" rtlCol="0" anchor="ctr"/>
          <a:lstStyle/>
          <a:p>
            <a:pPr marL="0" marR="0" indent="0" algn="ctr" defTabSz="825500" rtl="0" eaLnBrk="1" fontAlgn="auto" latinLnBrk="0" hangingPunct="0">
              <a:lnSpc>
                <a:spcPct val="100000"/>
              </a:lnSpc>
              <a:spcBef>
                <a:spcPts val="0"/>
              </a:spcBef>
              <a:spcAft>
                <a:spcPts val="0"/>
              </a:spcAft>
              <a:buClrTx/>
              <a:buSzTx/>
              <a:buFontTx/>
              <a:buNone/>
              <a:tabLst/>
            </a:pPr>
            <a:endParaRPr kumimoji="0" lang="fr-FR" sz="3200" b="1" u="none" strike="noStrike" kern="0" cap="none" spc="0" normalizeH="0" baseline="0" noProof="0" dirty="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endParaRPr>
          </a:p>
        </p:txBody>
      </p:sp>
    </p:spTree>
    <p:extLst>
      <p:ext uri="{BB962C8B-B14F-4D97-AF65-F5344CB8AC3E}">
        <p14:creationId xmlns:p14="http://schemas.microsoft.com/office/powerpoint/2010/main" val="184318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texte, capture d’écran, cercle, Police&#10;&#10;Le contenu généré par l’IA peut être incorrect.">
            <a:extLst>
              <a:ext uri="{FF2B5EF4-FFF2-40B4-BE49-F238E27FC236}">
                <a16:creationId xmlns:a16="http://schemas.microsoft.com/office/drawing/2014/main" id="{3F2B1067-FC7C-BA01-0151-3D4C9C576B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830" y="988920"/>
            <a:ext cx="11418849" cy="5385298"/>
          </a:xfrm>
          <a:prstGeom prst="rect">
            <a:avLst/>
          </a:prstGeom>
        </p:spPr>
      </p:pic>
      <p:sp>
        <p:nvSpPr>
          <p:cNvPr id="2" name="Titre 1">
            <a:extLst>
              <a:ext uri="{FF2B5EF4-FFF2-40B4-BE49-F238E27FC236}">
                <a16:creationId xmlns:a16="http://schemas.microsoft.com/office/drawing/2014/main" id="{4540CE99-6FC6-61A4-6537-06B48FCEF305}"/>
              </a:ext>
            </a:extLst>
          </p:cNvPr>
          <p:cNvSpPr>
            <a:spLocks noGrp="1"/>
          </p:cNvSpPr>
          <p:nvPr>
            <p:ph type="title"/>
          </p:nvPr>
        </p:nvSpPr>
        <p:spPr>
          <a:xfrm>
            <a:off x="2274425" y="202559"/>
            <a:ext cx="9079375" cy="1059607"/>
          </a:xfrm>
        </p:spPr>
        <p:txBody>
          <a:bodyPr/>
          <a:lstStyle/>
          <a:p>
            <a:pPr algn="ctr"/>
            <a:r>
              <a:rPr lang="fr-FR" dirty="0"/>
              <a:t>Architecture technique : </a:t>
            </a:r>
          </a:p>
        </p:txBody>
      </p:sp>
    </p:spTree>
    <p:extLst>
      <p:ext uri="{BB962C8B-B14F-4D97-AF65-F5344CB8AC3E}">
        <p14:creationId xmlns:p14="http://schemas.microsoft.com/office/powerpoint/2010/main" val="2862605155"/>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D8B02-569D-AC04-FBBC-7DB0C340ACB7}"/>
            </a:ext>
          </a:extLst>
        </p:cNvPr>
        <p:cNvGrpSpPr/>
        <p:nvPr/>
      </p:nvGrpSpPr>
      <p:grpSpPr>
        <a:xfrm>
          <a:off x="0" y="0"/>
          <a:ext cx="0" cy="0"/>
          <a:chOff x="0" y="0"/>
          <a:chExt cx="0" cy="0"/>
        </a:xfrm>
      </p:grpSpPr>
      <p:pic>
        <p:nvPicPr>
          <p:cNvPr id="3" name="Image 2" descr="Une image contenant texte, capture d’écran, logiciel, Logiciel multimédia&#10;&#10;Le contenu généré par l’IA peut être incorrect.">
            <a:extLst>
              <a:ext uri="{FF2B5EF4-FFF2-40B4-BE49-F238E27FC236}">
                <a16:creationId xmlns:a16="http://schemas.microsoft.com/office/drawing/2014/main" id="{5CDBFC8E-75F0-A0E2-E2AE-8900702BF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62967790"/>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C83D3-4B8D-8E55-D73A-38590C5A7C51}"/>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EABFFAC-6E82-C516-AAEA-2E4867AC30AD}"/>
              </a:ext>
            </a:extLst>
          </p:cNvPr>
          <p:cNvSpPr>
            <a:spLocks noGrp="1"/>
          </p:cNvSpPr>
          <p:nvPr>
            <p:ph type="body" sz="quarter" idx="23"/>
          </p:nvPr>
        </p:nvSpPr>
        <p:spPr/>
        <p:txBody>
          <a:bodyPr/>
          <a:lstStyle/>
          <a:p>
            <a:endParaRPr lang="fr-FR"/>
          </a:p>
        </p:txBody>
      </p:sp>
      <p:pic>
        <p:nvPicPr>
          <p:cNvPr id="2" name="Image 1" descr="Une image contenant texte, capture d’écran, Police, logiciel&#10;&#10;Le contenu généré par l’IA peut être incorrect.">
            <a:extLst>
              <a:ext uri="{FF2B5EF4-FFF2-40B4-BE49-F238E27FC236}">
                <a16:creationId xmlns:a16="http://schemas.microsoft.com/office/drawing/2014/main" id="{EBE3FB8B-F4C1-4979-93BA-664D7A06B4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34" y="797441"/>
            <a:ext cx="12042932" cy="5380075"/>
          </a:xfrm>
          <a:prstGeom prst="rect">
            <a:avLst/>
          </a:prstGeom>
        </p:spPr>
      </p:pic>
      <p:sp>
        <p:nvSpPr>
          <p:cNvPr id="4" name="ZoneTexte 3">
            <a:extLst>
              <a:ext uri="{FF2B5EF4-FFF2-40B4-BE49-F238E27FC236}">
                <a16:creationId xmlns:a16="http://schemas.microsoft.com/office/drawing/2014/main" id="{911F6CDD-7442-4074-0983-30EF9D00BA23}"/>
              </a:ext>
            </a:extLst>
          </p:cNvPr>
          <p:cNvSpPr txBox="1"/>
          <p:nvPr/>
        </p:nvSpPr>
        <p:spPr>
          <a:xfrm>
            <a:off x="74534" y="187017"/>
            <a:ext cx="12042932" cy="6104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fr-FR" sz="2200" dirty="0">
                <a:latin typeface="+mj-lt"/>
              </a:rPr>
              <a:t>Budget du projet :</a:t>
            </a:r>
          </a:p>
        </p:txBody>
      </p:sp>
    </p:spTree>
    <p:extLst>
      <p:ext uri="{BB962C8B-B14F-4D97-AF65-F5344CB8AC3E}">
        <p14:creationId xmlns:p14="http://schemas.microsoft.com/office/powerpoint/2010/main" val="1268028589"/>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F9460A-4F6D-DFEB-F340-23E864FFC86D}"/>
              </a:ext>
            </a:extLst>
          </p:cNvPr>
          <p:cNvSpPr>
            <a:spLocks noGrp="1"/>
          </p:cNvSpPr>
          <p:nvPr>
            <p:ph type="title"/>
          </p:nvPr>
        </p:nvSpPr>
        <p:spPr>
          <a:xfrm>
            <a:off x="561182" y="202559"/>
            <a:ext cx="7286454" cy="1059607"/>
          </a:xfrm>
        </p:spPr>
        <p:txBody>
          <a:bodyPr/>
          <a:lstStyle/>
          <a:p>
            <a:r>
              <a:rPr lang="fr-FR" dirty="0"/>
              <a:t>Conclusion :</a:t>
            </a:r>
          </a:p>
        </p:txBody>
      </p:sp>
      <p:sp>
        <p:nvSpPr>
          <p:cNvPr id="3" name="In a free hour, when our power of choice is untrammelled and when nothing prevents our being able to do what we like best, every pleasure is to be welcomed and every pain avoided">
            <a:extLst>
              <a:ext uri="{FF2B5EF4-FFF2-40B4-BE49-F238E27FC236}">
                <a16:creationId xmlns:a16="http://schemas.microsoft.com/office/drawing/2014/main" id="{8E463160-FF05-8261-5D2C-3CB0FF53C49A}"/>
              </a:ext>
            </a:extLst>
          </p:cNvPr>
          <p:cNvSpPr txBox="1"/>
          <p:nvPr/>
        </p:nvSpPr>
        <p:spPr>
          <a:xfrm>
            <a:off x="6096000" y="2243458"/>
            <a:ext cx="6096000" cy="741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lvl1pPr>
              <a:lnSpc>
                <a:spcPct val="130000"/>
              </a:lnSpc>
              <a:defRPr sz="3600">
                <a:latin typeface="+mn-lt"/>
                <a:ea typeface="+mn-ea"/>
                <a:cs typeface="+mn-cs"/>
                <a:sym typeface="Poppins SemiBold"/>
              </a:defRPr>
            </a:lvl1pPr>
          </a:lstStyle>
          <a:p>
            <a:pPr>
              <a:defRPr/>
            </a:pPr>
            <a:r>
              <a:rPr lang="fr-FR" sz="1800" b="1" dirty="0">
                <a:latin typeface="Open Sans Extrabold" panose="020B0606030504020204" pitchFamily="34" charset="0"/>
                <a:ea typeface="Open Sans Extrabold" panose="020B0606030504020204" pitchFamily="34" charset="0"/>
                <a:cs typeface="Open Sans Extrabold" panose="020B0606030504020204" pitchFamily="34" charset="0"/>
              </a:rPr>
              <a:t>L’agent idéal n’existe pas. Mais l'agent parfait </a:t>
            </a:r>
            <a:r>
              <a:rPr lang="fr-FR" sz="1800" b="1">
                <a:latin typeface="Open Sans Extrabold" panose="020B0606030504020204" pitchFamily="34" charset="0"/>
                <a:ea typeface="Open Sans Extrabold" panose="020B0606030504020204" pitchFamily="34" charset="0"/>
                <a:cs typeface="Open Sans Extrabold" panose="020B0606030504020204" pitchFamily="34" charset="0"/>
              </a:rPr>
              <a:t>pour NOTRE </a:t>
            </a:r>
            <a:r>
              <a:rPr lang="fr-FR" sz="1800" b="1" dirty="0">
                <a:latin typeface="Open Sans Extrabold" panose="020B0606030504020204" pitchFamily="34" charset="0"/>
                <a:ea typeface="Open Sans Extrabold" panose="020B0606030504020204" pitchFamily="34" charset="0"/>
                <a:cs typeface="Open Sans Extrabold" panose="020B0606030504020204" pitchFamily="34" charset="0"/>
              </a:rPr>
              <a:t>contexte existe.</a:t>
            </a:r>
          </a:p>
        </p:txBody>
      </p:sp>
      <p:sp>
        <p:nvSpPr>
          <p:cNvPr id="4" name="Caption">
            <a:extLst>
              <a:ext uri="{FF2B5EF4-FFF2-40B4-BE49-F238E27FC236}">
                <a16:creationId xmlns:a16="http://schemas.microsoft.com/office/drawing/2014/main" id="{6FA1FCB5-96DA-17FA-A811-EFEA6A633B01}"/>
              </a:ext>
            </a:extLst>
          </p:cNvPr>
          <p:cNvSpPr txBox="1"/>
          <p:nvPr/>
        </p:nvSpPr>
        <p:spPr>
          <a:xfrm>
            <a:off x="5658740" y="4515910"/>
            <a:ext cx="6096000" cy="14067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p>
            <a:pPr>
              <a:defRPr/>
            </a:pPr>
            <a:r>
              <a:rPr lang="fr-FR" dirty="0">
                <a:latin typeface="Open Sans Light" panose="020B0306030504020204" pitchFamily="34" charset="0"/>
                <a:ea typeface="Open Sans Light" panose="020B0306030504020204" pitchFamily="34" charset="0"/>
                <a:cs typeface="Open Sans Light" panose="020B0306030504020204" pitchFamily="34" charset="0"/>
              </a:rPr>
              <a:t>Sources : </a:t>
            </a:r>
          </a:p>
          <a:p>
            <a:pPr>
              <a:defRPr/>
            </a:pPr>
            <a:r>
              <a:rPr lang="fr-FR" dirty="0">
                <a:latin typeface="Open Sans Light" panose="020B0306030504020204" pitchFamily="34" charset="0"/>
                <a:ea typeface="Open Sans Light" panose="020B0306030504020204" pitchFamily="34" charset="0"/>
                <a:cs typeface="Open Sans Light" panose="020B0306030504020204" pitchFamily="34" charset="0"/>
                <a:hlinkClick r:id="rId2"/>
              </a:rPr>
              <a:t>https://insidegroup.fr/actualites/architecture-agent-ia/</a:t>
            </a:r>
            <a:endParaRPr lang="fr-FR" dirty="0">
              <a:latin typeface="Open Sans Light" panose="020B0306030504020204" pitchFamily="34" charset="0"/>
              <a:ea typeface="Open Sans Light" panose="020B0306030504020204" pitchFamily="34" charset="0"/>
              <a:cs typeface="Open Sans Light" panose="020B0306030504020204" pitchFamily="34" charset="0"/>
            </a:endParaRPr>
          </a:p>
          <a:p>
            <a:pPr>
              <a:defRPr/>
            </a:pPr>
            <a:r>
              <a:rPr lang="fr-FR" dirty="0">
                <a:latin typeface="Open Sans Light" panose="020B0306030504020204" pitchFamily="34" charset="0"/>
                <a:ea typeface="Open Sans Light" panose="020B0306030504020204" pitchFamily="34" charset="0"/>
                <a:cs typeface="Open Sans Light" panose="020B0306030504020204" pitchFamily="34" charset="0"/>
                <a:hlinkClick r:id="rId3"/>
              </a:rPr>
              <a:t>https://github.com/modelcontextprotocol/servers?tab=readme-ov-file</a:t>
            </a:r>
            <a:endParaRPr lang="fr-FR" dirty="0">
              <a:latin typeface="Open Sans Light" panose="020B0306030504020204" pitchFamily="34" charset="0"/>
              <a:ea typeface="Open Sans Light" panose="020B0306030504020204" pitchFamily="34" charset="0"/>
              <a:cs typeface="Open Sans Light" panose="020B0306030504020204" pitchFamily="34" charset="0"/>
            </a:endParaRPr>
          </a:p>
          <a:p>
            <a:pPr>
              <a:defRPr/>
            </a:pPr>
            <a:r>
              <a:rPr lang="fr-FR" dirty="0">
                <a:latin typeface="Open Sans Light" panose="020B0306030504020204" pitchFamily="34" charset="0"/>
                <a:ea typeface="Open Sans Light" panose="020B0306030504020204" pitchFamily="34" charset="0"/>
                <a:cs typeface="Open Sans Light" panose="020B0306030504020204" pitchFamily="34" charset="0"/>
                <a:hlinkClick r:id="rId4"/>
              </a:rPr>
              <a:t>https://www.lemagit.fr/actualites/366622513/Portrait-robot-dun-Agent-IA</a:t>
            </a:r>
            <a:endParaRPr lang="fr-FR" dirty="0">
              <a:latin typeface="Open Sans Light" panose="020B0306030504020204" pitchFamily="34" charset="0"/>
              <a:ea typeface="Open Sans Light" panose="020B0306030504020204" pitchFamily="34" charset="0"/>
              <a:cs typeface="Open Sans Light" panose="020B0306030504020204" pitchFamily="34" charset="0"/>
            </a:endParaRPr>
          </a:p>
          <a:p>
            <a:pPr>
              <a:defRPr/>
            </a:pPr>
            <a:r>
              <a:rPr lang="fr-FR" dirty="0">
                <a:latin typeface="Open Sans Light" panose="020B0306030504020204" pitchFamily="34" charset="0"/>
                <a:ea typeface="Open Sans Light" panose="020B0306030504020204" pitchFamily="34" charset="0"/>
                <a:cs typeface="Open Sans Light" panose="020B0306030504020204" pitchFamily="34" charset="0"/>
                <a:hlinkClick r:id="rId5"/>
              </a:rPr>
              <a:t>https://www.youtube.com/watch?v=-znPdClNBLE</a:t>
            </a:r>
            <a:endParaRPr lang="fr-FR"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5" name="Espace réservé pour une image  5">
            <a:extLst>
              <a:ext uri="{FF2B5EF4-FFF2-40B4-BE49-F238E27FC236}">
                <a16:creationId xmlns:a16="http://schemas.microsoft.com/office/drawing/2014/main" id="{1E899EB9-3322-122C-B465-8405337083EE}"/>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646207" y="1254680"/>
            <a:ext cx="4854724" cy="4851400"/>
          </a:xfrm>
          <a:custGeom>
            <a:avLst/>
            <a:gdLst>
              <a:gd name="connsiteX0" fmla="*/ 762012 w 10921134"/>
              <a:gd name="connsiteY0" fmla="*/ 0 h 11176000"/>
              <a:gd name="connsiteX1" fmla="*/ 10921134 w 10921134"/>
              <a:gd name="connsiteY1" fmla="*/ 0 h 11176000"/>
              <a:gd name="connsiteX2" fmla="*/ 10921134 w 10921134"/>
              <a:gd name="connsiteY2" fmla="*/ 11176000 h 11176000"/>
              <a:gd name="connsiteX3" fmla="*/ 762012 w 10921134"/>
              <a:gd name="connsiteY3" fmla="*/ 11176000 h 11176000"/>
              <a:gd name="connsiteX4" fmla="*/ 0 w 10921134"/>
              <a:gd name="connsiteY4" fmla="*/ 10413859 h 11176000"/>
              <a:gd name="connsiteX5" fmla="*/ 0 w 10921134"/>
              <a:gd name="connsiteY5" fmla="*/ 762141 h 11176000"/>
              <a:gd name="connsiteX6" fmla="*/ 762012 w 10921134"/>
              <a:gd name="connsiteY6" fmla="*/ 0 h 111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21134" h="11176000">
                <a:moveTo>
                  <a:pt x="762012" y="0"/>
                </a:moveTo>
                <a:lnTo>
                  <a:pt x="10921134" y="0"/>
                </a:lnTo>
                <a:lnTo>
                  <a:pt x="10921134" y="11176000"/>
                </a:lnTo>
                <a:lnTo>
                  <a:pt x="762012" y="11176000"/>
                </a:lnTo>
                <a:cubicBezTo>
                  <a:pt x="341313" y="11176000"/>
                  <a:pt x="0" y="10835029"/>
                  <a:pt x="0" y="10413859"/>
                </a:cubicBezTo>
                <a:lnTo>
                  <a:pt x="0" y="762141"/>
                </a:lnTo>
                <a:cubicBezTo>
                  <a:pt x="0" y="340972"/>
                  <a:pt x="341313" y="0"/>
                  <a:pt x="762012" y="0"/>
                </a:cubicBezTo>
                <a:close/>
              </a:path>
            </a:pathLst>
          </a:custGeom>
        </p:spPr>
      </p:pic>
      <p:sp>
        <p:nvSpPr>
          <p:cNvPr id="6" name="In a free hour, when our power of choice is untrammelled and when nothing prevents our being able to do what we like best, every pleasure is to be welcomed and every pain avoided">
            <a:extLst>
              <a:ext uri="{FF2B5EF4-FFF2-40B4-BE49-F238E27FC236}">
                <a16:creationId xmlns:a16="http://schemas.microsoft.com/office/drawing/2014/main" id="{3BD4C679-4D62-BFFC-5A49-AD412F13EDAA}"/>
              </a:ext>
            </a:extLst>
          </p:cNvPr>
          <p:cNvSpPr txBox="1"/>
          <p:nvPr/>
        </p:nvSpPr>
        <p:spPr>
          <a:xfrm>
            <a:off x="6096000" y="3232123"/>
            <a:ext cx="6096000" cy="733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lvl1pPr>
              <a:lnSpc>
                <a:spcPct val="130000"/>
              </a:lnSpc>
              <a:defRPr sz="3600">
                <a:latin typeface="+mn-lt"/>
                <a:ea typeface="+mn-ea"/>
                <a:cs typeface="+mn-cs"/>
                <a:sym typeface="Poppins SemiBold"/>
              </a:defRPr>
            </a:lvl1pPr>
          </a:lstStyle>
          <a:p>
            <a:pPr>
              <a:defRPr/>
            </a:pPr>
            <a:r>
              <a:rPr lang="fr-FR" sz="1800" dirty="0">
                <a:latin typeface="Nirmala UI Semilight" panose="020B0402040204020203" pitchFamily="34" charset="0"/>
                <a:ea typeface="Nirmala UI Semilight" panose="020B0402040204020203" pitchFamily="34" charset="0"/>
                <a:cs typeface="Nirmala UI Semilight" panose="020B0402040204020203" pitchFamily="34" charset="0"/>
              </a:rPr>
              <a:t>Alignement besoin/solution/LLM via une approche progressive et itérative.</a:t>
            </a:r>
          </a:p>
        </p:txBody>
      </p:sp>
    </p:spTree>
    <p:extLst>
      <p:ext uri="{BB962C8B-B14F-4D97-AF65-F5344CB8AC3E}">
        <p14:creationId xmlns:p14="http://schemas.microsoft.com/office/powerpoint/2010/main" val="4210948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ster">
  <a:themeElements>
    <a:clrScheme name="SQORUS">
      <a:dk1>
        <a:srgbClr val="0D0D0D"/>
      </a:dk1>
      <a:lt1>
        <a:srgbClr val="EFF2FF"/>
      </a:lt1>
      <a:dk2>
        <a:srgbClr val="EBF6F8"/>
      </a:dk2>
      <a:lt2>
        <a:srgbClr val="FCF3DF"/>
      </a:lt2>
      <a:accent1>
        <a:srgbClr val="F36145"/>
      </a:accent1>
      <a:accent2>
        <a:srgbClr val="F37637"/>
      </a:accent2>
      <a:accent3>
        <a:srgbClr val="1B8AF3"/>
      </a:accent3>
      <a:accent4>
        <a:srgbClr val="343FC9"/>
      </a:accent4>
      <a:accent5>
        <a:srgbClr val="FFB84B"/>
      </a:accent5>
      <a:accent6>
        <a:srgbClr val="101550"/>
      </a:accent6>
      <a:hlink>
        <a:srgbClr val="0C0C0C"/>
      </a:hlink>
      <a:folHlink>
        <a:srgbClr val="0C0C0C"/>
      </a:folHlink>
    </a:clrScheme>
    <a:fontScheme name="SQORUS">
      <a:majorFont>
        <a:latin typeface="Open Sans Semibold"/>
        <a:ea typeface=""/>
        <a:cs typeface=""/>
      </a:majorFont>
      <a:minorFont>
        <a:latin typeface="Open Sans"/>
        <a:ea typeface=""/>
        <a:cs typefac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F2FF"/>
        </a:solidFill>
        <a:ln w="12700">
          <a:miter lim="400000"/>
        </a:ln>
      </a:spPr>
      <a:bodyPr lIns="0" tIns="0" rIns="0" bIns="0" anchor="ctr"/>
      <a:lstStyle>
        <a:defPPr marL="0" marR="0" indent="0" algn="ctr" defTabSz="825500" rtl="0" eaLnBrk="1" fontAlgn="auto" latinLnBrk="0" hangingPunct="0">
          <a:lnSpc>
            <a:spcPct val="100000"/>
          </a:lnSpc>
          <a:spcBef>
            <a:spcPts val="0"/>
          </a:spcBef>
          <a:spcAft>
            <a:spcPts val="0"/>
          </a:spcAft>
          <a:buClrTx/>
          <a:buSzTx/>
          <a:buFontTx/>
          <a:buNone/>
          <a:tabLst/>
          <a:defRPr kumimoji="0" sz="3200" b="1" u="none" strike="noStrike" kern="0" cap="none" spc="0" normalizeH="0" baseline="0" noProof="0" dirty="0">
            <a:ln>
              <a:noFill/>
            </a:ln>
            <a:solidFill>
              <a:srgbClr val="FFFFFF"/>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sym typeface="Poppins Bold"/>
          </a:defRPr>
        </a:defPPr>
      </a:lst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50000"/>
          </a:lnSpc>
          <a:spcBef>
            <a:spcPts val="0"/>
          </a:spcBef>
          <a:spcAft>
            <a:spcPts val="0"/>
          </a:spcAft>
          <a:buClrTx/>
          <a:buSzTx/>
          <a:buFontTx/>
          <a:buNone/>
          <a:tabLst/>
          <a:defRPr dirty="0" err="1" smtClean="0"/>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Templates Masque" id="{F209D39C-3E21-7943-86E8-47B7AA255BC1}" vid="{3A7D84C2-2573-2242-860A-713D1AE07E40}"/>
    </a:ext>
  </a:extLst>
</a:theme>
</file>

<file path=ppt/theme/theme2.xml><?xml version="1.0" encoding="utf-8"?>
<a:theme xmlns:a="http://schemas.openxmlformats.org/drawingml/2006/main" name="White">
  <a:themeElements>
    <a:clrScheme name="SQORUS">
      <a:dk1>
        <a:srgbClr val="0D0D0D"/>
      </a:dk1>
      <a:lt1>
        <a:srgbClr val="EFF2FF"/>
      </a:lt1>
      <a:dk2>
        <a:srgbClr val="EBF6F8"/>
      </a:dk2>
      <a:lt2>
        <a:srgbClr val="FCF3DF"/>
      </a:lt2>
      <a:accent1>
        <a:srgbClr val="F36145"/>
      </a:accent1>
      <a:accent2>
        <a:srgbClr val="F37637"/>
      </a:accent2>
      <a:accent3>
        <a:srgbClr val="1B8AF3"/>
      </a:accent3>
      <a:accent4>
        <a:srgbClr val="343FC9"/>
      </a:accent4>
      <a:accent5>
        <a:srgbClr val="FFB84B"/>
      </a:accent5>
      <a:accent6>
        <a:srgbClr val="101550"/>
      </a:accent6>
      <a:hlink>
        <a:srgbClr val="0C0C0C"/>
      </a:hlink>
      <a:folHlink>
        <a:srgbClr val="0C0C0C"/>
      </a:folHlink>
    </a:clrScheme>
    <a:fontScheme name="Open Sans SQORUS">
      <a:majorFont>
        <a:latin typeface="Open Sans Semibold"/>
        <a:ea typeface=""/>
        <a:cs typeface=""/>
      </a:majorFont>
      <a:minorFont>
        <a:latin typeface="Open Sans"/>
        <a:ea typeface=""/>
        <a:cs typefac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E4AFD"/>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Poppins Bold"/>
            <a:ea typeface="Poppins Bold"/>
            <a:cs typeface="Poppins Bold"/>
            <a:sym typeface="Poppins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50000"/>
          </a:lnSpc>
          <a:spcBef>
            <a:spcPts val="0"/>
          </a:spcBef>
          <a:spcAft>
            <a:spcPts val="0"/>
          </a:spcAft>
          <a:buClrTx/>
          <a:buSzTx/>
          <a:buFontTx/>
          <a:buNone/>
          <a:tabLst/>
          <a:defRPr kumimoji="0" sz="2400" b="0" i="0" u="none" strike="noStrike" cap="none" spc="0" normalizeH="0" baseline="0">
            <a:ln>
              <a:noFill/>
            </a:ln>
            <a:solidFill>
              <a:srgbClr val="0D0D0D"/>
            </a:solidFill>
            <a:effectLst/>
            <a:uFillTx/>
            <a:latin typeface="Poppins Light"/>
            <a:ea typeface="Poppins Light"/>
            <a:cs typeface="Poppins Light"/>
            <a:sym typeface="Poppi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Thème Office">
  <a:themeElements>
    <a:clrScheme name="SQORUS">
      <a:dk1>
        <a:srgbClr val="0D0D0D"/>
      </a:dk1>
      <a:lt1>
        <a:srgbClr val="EFF2FF"/>
      </a:lt1>
      <a:dk2>
        <a:srgbClr val="EBF6F8"/>
      </a:dk2>
      <a:lt2>
        <a:srgbClr val="FCF3DF"/>
      </a:lt2>
      <a:accent1>
        <a:srgbClr val="F36145"/>
      </a:accent1>
      <a:accent2>
        <a:srgbClr val="F37637"/>
      </a:accent2>
      <a:accent3>
        <a:srgbClr val="1B8AF3"/>
      </a:accent3>
      <a:accent4>
        <a:srgbClr val="343FC9"/>
      </a:accent4>
      <a:accent5>
        <a:srgbClr val="FFB84B"/>
      </a:accent5>
      <a:accent6>
        <a:srgbClr val="101550"/>
      </a:accent6>
      <a:hlink>
        <a:srgbClr val="0C0C0C"/>
      </a:hlink>
      <a:folHlink>
        <a:srgbClr val="0C0C0C"/>
      </a:folHlink>
    </a:clrScheme>
    <a:fontScheme name="Open Sans SQORU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9801095636F74C8BA6CC4D7A21F90B" ma:contentTypeVersion="15" ma:contentTypeDescription="Crée un document." ma:contentTypeScope="" ma:versionID="1e5c128c9285f096e008018b53e2240d">
  <xsd:schema xmlns:xsd="http://www.w3.org/2001/XMLSchema" xmlns:xs="http://www.w3.org/2001/XMLSchema" xmlns:p="http://schemas.microsoft.com/office/2006/metadata/properties" xmlns:ns2="9a81978b-4658-41f2-a8c2-81267a98cac2" xmlns:ns3="c6920ed5-db82-4337-a7b7-0387784c47ac" targetNamespace="http://schemas.microsoft.com/office/2006/metadata/properties" ma:root="true" ma:fieldsID="37a6228831846c43723e4a7347054681" ns2:_="" ns3:_="">
    <xsd:import namespace="9a81978b-4658-41f2-a8c2-81267a98cac2"/>
    <xsd:import namespace="c6920ed5-db82-4337-a7b7-0387784c47ac"/>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Location" minOccurs="0"/>
                <xsd:element ref="ns2:MediaLengthInSeconds" minOccurs="0"/>
                <xsd:element ref="ns3:MigrationSourceID"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81978b-4658-41f2-a8c2-81267a98cac2"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alises d’images" ma:readOnly="false" ma:fieldId="{5cf76f15-5ced-4ddc-b409-7134ff3c332f}" ma:taxonomyMulti="true" ma:sspId="dd4fc57a-223d-4bf6-8315-6b4d1e6f0fe4"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6920ed5-db82-4337-a7b7-0387784c47ac"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e097d463-e011-416f-83fa-dc13021aff55}" ma:internalName="TaxCatchAll" ma:showField="CatchAllData" ma:web="c6920ed5-db82-4337-a7b7-0387784c47ac">
      <xsd:complexType>
        <xsd:complexContent>
          <xsd:extension base="dms:MultiChoiceLookup">
            <xsd:sequence>
              <xsd:element name="Value" type="dms:Lookup" maxOccurs="unbounded" minOccurs="0" nillable="true"/>
            </xsd:sequence>
          </xsd:extension>
        </xsd:complexContent>
      </xsd:complexType>
    </xsd:element>
    <xsd:element name="MigrationSourceID" ma:index="21" nillable="true" ma:displayName="MigrationSourceID" ma:internalName="MigrationSourceID"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6920ed5-db82-4337-a7b7-0387784c47ac" xsi:nil="true"/>
    <lcf76f155ced4ddcb4097134ff3c332f xmlns="9a81978b-4658-41f2-a8c2-81267a98cac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E01836-0738-48AE-B881-DAB4E557B84B}">
  <ds:schemaRefs>
    <ds:schemaRef ds:uri="9a81978b-4658-41f2-a8c2-81267a98cac2"/>
    <ds:schemaRef ds:uri="c6920ed5-db82-4337-a7b7-0387784c47a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9F8BC9F-C591-4CE4-9FED-63FDB25C3057}">
  <ds:schemaRefs>
    <ds:schemaRef ds:uri="c6920ed5-db82-4337-a7b7-0387784c47ac"/>
    <ds:schemaRef ds:uri="http://www.w3.org/XML/1998/namespace"/>
    <ds:schemaRef ds:uri="9a81978b-4658-41f2-a8c2-81267a98cac2"/>
    <ds:schemaRef ds:uri="http://purl.org/dc/elements/1.1/"/>
    <ds:schemaRef ds:uri="http://purl.org/dc/terms/"/>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76CB3B32-AE42-44E7-86D9-A3975134EB3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411</TotalTime>
  <Words>2263</Words>
  <Application>Microsoft Office PowerPoint</Application>
  <PresentationFormat>Grand écran</PresentationFormat>
  <Paragraphs>376</Paragraphs>
  <Slides>24</Slides>
  <Notes>4</Notes>
  <HiddenSlides>0</HiddenSlides>
  <MMClips>0</MMClips>
  <ScaleCrop>false</ScaleCrop>
  <HeadingPairs>
    <vt:vector size="6" baseType="variant">
      <vt:variant>
        <vt:lpstr>Polices utilisées</vt:lpstr>
      </vt:variant>
      <vt:variant>
        <vt:i4>14</vt:i4>
      </vt:variant>
      <vt:variant>
        <vt:lpstr>Thème</vt:lpstr>
      </vt:variant>
      <vt:variant>
        <vt:i4>1</vt:i4>
      </vt:variant>
      <vt:variant>
        <vt:lpstr>Titres des diapositives</vt:lpstr>
      </vt:variant>
      <vt:variant>
        <vt:i4>24</vt:i4>
      </vt:variant>
    </vt:vector>
  </HeadingPairs>
  <TitlesOfParts>
    <vt:vector size="39" baseType="lpstr">
      <vt:lpstr>Arial</vt:lpstr>
      <vt:lpstr>Calibri</vt:lpstr>
      <vt:lpstr>Menlo</vt:lpstr>
      <vt:lpstr>News Gothic MT</vt:lpstr>
      <vt:lpstr>Nirmala UI Semilight</vt:lpstr>
      <vt:lpstr>Open Sans</vt:lpstr>
      <vt:lpstr>Open Sans ExtraBold</vt:lpstr>
      <vt:lpstr>Open Sans ExtraBold</vt:lpstr>
      <vt:lpstr>Open Sans Light</vt:lpstr>
      <vt:lpstr>Open Sans SemiBold</vt:lpstr>
      <vt:lpstr>Poppins Bold</vt:lpstr>
      <vt:lpstr>Poppins Light</vt:lpstr>
      <vt:lpstr>Poppins Regular</vt:lpstr>
      <vt:lpstr>quote-cjk-patch</vt:lpstr>
      <vt:lpstr>Master</vt:lpstr>
      <vt:lpstr>Les technologies autour des agents IA </vt:lpstr>
      <vt:lpstr>Différence entre un agent IA et un un assistant IA </vt:lpstr>
      <vt:lpstr>Différence entre un agent IA et un LLM</vt:lpstr>
      <vt:lpstr>Architecture standard d’un agent IA mono-Tâche:</vt:lpstr>
      <vt:lpstr>Présentation PowerPoint</vt:lpstr>
      <vt:lpstr>Comment créer des Agents IA ?</vt:lpstr>
      <vt:lpstr>Benchmark des Solutions proposées :</vt:lpstr>
      <vt:lpstr>Conclusion</vt:lpstr>
      <vt:lpstr>Focus sur les solutions No-Code/Low-Code :</vt:lpstr>
      <vt:lpstr>Benchmark des Solutions no-code/low-code :</vt:lpstr>
      <vt:lpstr>Conclusion</vt:lpstr>
      <vt:lpstr>Les Solutions No-Code/Low-Code : Connecteurs Propriétaires pour l'intégration :</vt:lpstr>
      <vt:lpstr>Présentation PowerPoint</vt:lpstr>
      <vt:lpstr>Analyse coût / performance des LLM</vt:lpstr>
      <vt:lpstr>Agents IA appliqués aux Ressources Humaines</vt:lpstr>
      <vt:lpstr>Principaux cas d’usage des agents RH</vt:lpstr>
      <vt:lpstr>Agent RH Recrutement </vt:lpstr>
      <vt:lpstr>Fonctionnement technique d’un agent IA de recrutement</vt:lpstr>
      <vt:lpstr>Architecture d’un agent IA recrutement</vt:lpstr>
      <vt:lpstr>Méthodologie d'Implémentation des Agents IA :</vt:lpstr>
      <vt:lpstr>Architecture technique : </vt:lpstr>
      <vt:lpstr>Présentation PowerPoint</vt:lpstr>
      <vt:lpstr>Présentation PowerPoint</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cécile dupuis</dc:creator>
  <cp:lastModifiedBy>Aya DOUKAR</cp:lastModifiedBy>
  <cp:revision>19</cp:revision>
  <dcterms:modified xsi:type="dcterms:W3CDTF">2026-04-09T09:15:30Z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0x010100D49801095636F74C8BA6CC4D7A21F90B</vt:lpwstr>
  </property>
  <property fmtid="{D5CDD505-2E9C-101B-9397-08002B2CF9AE}" pid="3" name="MediaServiceImageTags">
    <vt:lpwstr/>
  </property>
</Properties>
</file>